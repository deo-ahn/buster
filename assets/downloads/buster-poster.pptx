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30275213" cy="42767250"/>
  <p:notesSz cx="9928225" cy="67976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CF3"/>
    <a:srgbClr val="AE2343"/>
    <a:srgbClr val="162332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68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-6246" y="-19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323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20931" tIns="10465" rIns="20931" bIns="10465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20931" tIns="10465" rIns="20931" bIns="10465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06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sv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sv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24" Type="http://schemas.openxmlformats.org/officeDocument/2006/relationships/image" Target="../media/image21.sv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sv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microsoft.com/office/2007/relationships/hdphoto" Target="../media/hdphoto1.wdp"/><Relationship Id="rId14" Type="http://schemas.openxmlformats.org/officeDocument/2006/relationships/image" Target="../media/image11.png"/><Relationship Id="rId22" Type="http://schemas.openxmlformats.org/officeDocument/2006/relationships/image" Target="../media/image19.svg"/><Relationship Id="rId2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6000" cy="6163056"/>
          </a:xfrm>
          <a:prstGeom prst="rect">
            <a:avLst/>
          </a:prstGeom>
          <a:solidFill>
            <a:srgbClr val="162332"/>
          </a:solidFill>
          <a:ln w="12700">
            <a:solidFill>
              <a:srgbClr val="16233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>
              <a:latin typeface="Sentient" pitchFamily="50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48525" cy="6071616"/>
          </a:xfrm>
          <a:prstGeom prst="rect">
            <a:avLst/>
          </a:prstGeom>
          <a:solidFill>
            <a:srgbClr val="AE2343"/>
          </a:solidFill>
          <a:ln w="12700">
            <a:solidFill>
              <a:srgbClr val="AE234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11480"/>
            <a:ext cx="2359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kern="0" spc="150" dirty="0">
                <a:solidFill>
                  <a:srgbClr val="C7D2D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THE 37TH BRITISH MACHINE VISION CONFERENCE  /  LANCASTER, UK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7552" y="1017270"/>
            <a:ext cx="19202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0700" b="1" dirty="0">
                <a:solidFill>
                  <a:srgbClr val="FFFFFF"/>
                </a:solidFill>
                <a:latin typeface="Sentient" pitchFamily="50" charset="0"/>
                <a:ea typeface="Inter Display" pitchFamily="34" charset="-122"/>
                <a:cs typeface="Inter Display" pitchFamily="34" charset="-120"/>
              </a:rPr>
              <a:t>BUSTER</a:t>
            </a:r>
            <a:endParaRPr lang="en-US" sz="10700" dirty="0">
              <a:latin typeface="Sentient" pitchFamily="50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51559" y="1847088"/>
            <a:ext cx="25157585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Sentient" pitchFamily="50" charset="0"/>
                <a:ea typeface="Inter Display" pitchFamily="34" charset="-122"/>
                <a:cs typeface="Inter Display" pitchFamily="34" charset="-120"/>
              </a:rPr>
              <a:t>Adaptive Sampling for VLM-guided</a:t>
            </a:r>
            <a:endParaRPr lang="en-US" sz="6000" dirty="0">
              <a:latin typeface="Sentient" pitchFamily="50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257293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FFFFFF"/>
                </a:solidFill>
                <a:latin typeface="Sentient" pitchFamily="50" charset="0"/>
                <a:ea typeface="Inter Display" pitchFamily="34" charset="-122"/>
                <a:cs typeface="Inter Display" pitchFamily="34" charset="-120"/>
              </a:rPr>
              <a:t>Unsupervised Video Anomaly Detection</a:t>
            </a:r>
            <a:endParaRPr lang="en-US" sz="6600" dirty="0">
              <a:latin typeface="Sentient" pitchFamily="50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51560" y="4087368"/>
            <a:ext cx="21442680" cy="0"/>
          </a:xfrm>
          <a:prstGeom prst="line">
            <a:avLst/>
          </a:prstGeom>
          <a:noFill/>
          <a:ln w="12700">
            <a:solidFill>
              <a:srgbClr val="4C5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15968"/>
            <a:ext cx="22951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Deok-Hyun Ahn¹,²   Yonghun Choi¹   Jae-Ho Han²   Ig-Jae Kim¹   Haksub Kim¹,³,*</a:t>
            </a:r>
            <a:endParaRPr lang="en-US" sz="3200" dirty="0">
              <a:latin typeface="Sentient" pitchFamily="50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051560" y="4910328"/>
            <a:ext cx="2450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dirty="0">
                <a:solidFill>
                  <a:srgbClr val="C7D2D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¹ Korea Institute of Science and Technology (KIST)   ² Korea University   ³ Yonsei-KIST Convergence Research Institute, Yonsei University</a:t>
            </a:r>
            <a:endParaRPr lang="en-US" sz="2200" dirty="0">
              <a:latin typeface="Sentient" pitchFamily="50" charset="0"/>
            </a:endParaRPr>
          </a:p>
        </p:txBody>
      </p:sp>
      <p:sp>
        <p:nvSpPr>
          <p:cNvPr id="33" name="Shape 28"/>
          <p:cNvSpPr/>
          <p:nvPr/>
        </p:nvSpPr>
        <p:spPr>
          <a:xfrm>
            <a:off x="539226" y="11807441"/>
            <a:ext cx="137160" cy="521208"/>
          </a:xfrm>
          <a:prstGeom prst="rect">
            <a:avLst/>
          </a:prstGeom>
          <a:solidFill>
            <a:srgbClr val="AE2343"/>
          </a:solidFill>
          <a:ln w="12700">
            <a:solidFill>
              <a:srgbClr val="AE2343">
                <a:alpha val="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95842" y="11706857"/>
            <a:ext cx="2761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62332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01  THE SAMPLING TRADE-OFF</a:t>
            </a:r>
            <a:endParaRPr lang="en-US" sz="4400" dirty="0">
              <a:latin typeface="Sentient" pitchFamily="50" charset="0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895842" y="12429233"/>
            <a:ext cx="2743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 dirty="0">
                <a:solidFill>
                  <a:srgbClr val="617082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Sparse sampling may miss anomalies, query-guided sampling adds retrieval overhead, and dense sampling increases computational cost.</a:t>
            </a:r>
            <a:endParaRPr lang="en-US" sz="3200" dirty="0">
              <a:latin typeface="Sentient" pitchFamily="50" charset="0"/>
            </a:endParaRPr>
          </a:p>
        </p:txBody>
      </p:sp>
      <p:sp>
        <p:nvSpPr>
          <p:cNvPr id="422" name="Text 411"/>
          <p:cNvSpPr/>
          <p:nvPr/>
        </p:nvSpPr>
        <p:spPr>
          <a:xfrm>
            <a:off x="1160034" y="5075316"/>
            <a:ext cx="27432000" cy="771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C7D2D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CONTACT  dhan@kist.re.kr     |     KIST Institutional Program 26E0062     |     KIPoT RS-2025-25393280</a:t>
            </a:r>
            <a:endParaRPr lang="en-US" dirty="0">
              <a:latin typeface="Sentient" pitchFamily="50" charset="0"/>
            </a:endParaRPr>
          </a:p>
        </p:txBody>
      </p:sp>
      <p:pic>
        <p:nvPicPr>
          <p:cNvPr id="431" name="그림 430">
            <a:extLst>
              <a:ext uri="{FF2B5EF4-FFF2-40B4-BE49-F238E27FC236}">
                <a16:creationId xmlns:a16="http://schemas.microsoft.com/office/drawing/2014/main" id="{5A8BA450-CB97-4F39-BCAB-8EB30434EF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463" t="10411" r="20799" b="11665"/>
          <a:stretch>
            <a:fillRect/>
          </a:stretch>
        </p:blipFill>
        <p:spPr>
          <a:xfrm>
            <a:off x="26951687" y="292526"/>
            <a:ext cx="2496625" cy="3256710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85679856-B245-41AC-A714-EE187B7CB183}"/>
              </a:ext>
            </a:extLst>
          </p:cNvPr>
          <p:cNvGrpSpPr/>
          <p:nvPr/>
        </p:nvGrpSpPr>
        <p:grpSpPr>
          <a:xfrm>
            <a:off x="20857464" y="4698513"/>
            <a:ext cx="8865903" cy="760714"/>
            <a:chOff x="20595109" y="4469652"/>
            <a:chExt cx="8865903" cy="760714"/>
          </a:xfrm>
        </p:grpSpPr>
        <p:pic>
          <p:nvPicPr>
            <p:cNvPr id="427" name="그림 426">
              <a:extLst>
                <a:ext uri="{FF2B5EF4-FFF2-40B4-BE49-F238E27FC236}">
                  <a16:creationId xmlns:a16="http://schemas.microsoft.com/office/drawing/2014/main" id="{45E059B1-DF7F-4E5F-949B-267DDDC58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595109" y="4498848"/>
              <a:ext cx="828423" cy="694154"/>
            </a:xfrm>
            <a:prstGeom prst="rect">
              <a:avLst/>
            </a:prstGeom>
          </p:spPr>
        </p:pic>
        <p:pic>
          <p:nvPicPr>
            <p:cNvPr id="1026" name="Picture 2" descr="BMVC 2026 Logo">
              <a:extLst>
                <a:ext uri="{FF2B5EF4-FFF2-40B4-BE49-F238E27FC236}">
                  <a16:creationId xmlns:a16="http://schemas.microsoft.com/office/drawing/2014/main" id="{146A8B96-E02A-4D21-A3C2-6E5A304458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64387" y="4474969"/>
              <a:ext cx="2496625" cy="7553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E04F37B7-25A2-4ADC-AC36-FF091FA5E4A5}"/>
                </a:ext>
              </a:extLst>
            </p:cNvPr>
            <p:cNvGrpSpPr/>
            <p:nvPr/>
          </p:nvGrpSpPr>
          <p:grpSpPr>
            <a:xfrm>
              <a:off x="21830694" y="4469652"/>
              <a:ext cx="2319528" cy="735302"/>
              <a:chOff x="23555706" y="4873752"/>
              <a:chExt cx="2319528" cy="735302"/>
            </a:xfrm>
          </p:grpSpPr>
          <p:pic>
            <p:nvPicPr>
              <p:cNvPr id="428" name="그림 427">
                <a:extLst>
                  <a:ext uri="{FF2B5EF4-FFF2-40B4-BE49-F238E27FC236}">
                    <a16:creationId xmlns:a16="http://schemas.microsoft.com/office/drawing/2014/main" id="{F1305E50-5512-4C50-9652-3EAFD2264A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555706" y="4914900"/>
                <a:ext cx="518652" cy="694154"/>
              </a:xfrm>
              <a:prstGeom prst="rect">
                <a:avLst/>
              </a:prstGeom>
            </p:spPr>
          </p:pic>
          <p:pic>
            <p:nvPicPr>
              <p:cNvPr id="423" name="Picture 2" descr="영문">
                <a:extLst>
                  <a:ext uri="{FF2B5EF4-FFF2-40B4-BE49-F238E27FC236}">
                    <a16:creationId xmlns:a16="http://schemas.microsoft.com/office/drawing/2014/main" id="{41ECFEE5-AA34-476D-A26D-52DF41BBD3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4310"/>
              <a:stretch/>
            </p:blipFill>
            <p:spPr bwMode="auto">
              <a:xfrm>
                <a:off x="24160734" y="4873752"/>
                <a:ext cx="1714500" cy="7172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28" name="Picture 4" descr="연세대학교 YONSEI UNIVERSITY">
              <a:extLst>
                <a:ext uri="{FF2B5EF4-FFF2-40B4-BE49-F238E27FC236}">
                  <a16:creationId xmlns:a16="http://schemas.microsoft.com/office/drawing/2014/main" id="{6C93E052-45BA-48D6-9985-D747D374C8D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225" r="21596" b="-2283"/>
            <a:stretch/>
          </p:blipFill>
          <p:spPr bwMode="auto">
            <a:xfrm>
              <a:off x="24161270" y="4473327"/>
              <a:ext cx="2765018" cy="7505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9" name="Text 408"/>
          <p:cNvSpPr/>
          <p:nvPr/>
        </p:nvSpPr>
        <p:spPr>
          <a:xfrm>
            <a:off x="437083" y="6353344"/>
            <a:ext cx="4754880" cy="861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kern="0" spc="120" dirty="0">
                <a:solidFill>
                  <a:srgbClr val="AE2343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Motivation</a:t>
            </a:r>
            <a:endParaRPr lang="en-US" sz="4800" dirty="0">
              <a:solidFill>
                <a:srgbClr val="AE2343"/>
              </a:solidFill>
              <a:latin typeface="Sentient" pitchFamily="50" charset="0"/>
            </a:endParaRPr>
          </a:p>
        </p:txBody>
      </p:sp>
      <p:sp>
        <p:nvSpPr>
          <p:cNvPr id="420" name="Text 409"/>
          <p:cNvSpPr/>
          <p:nvPr/>
        </p:nvSpPr>
        <p:spPr>
          <a:xfrm>
            <a:off x="1102884" y="10170416"/>
            <a:ext cx="28556396" cy="111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4400" b="1" dirty="0">
                <a:latin typeface="Sentient" pitchFamily="50" charset="0"/>
                <a:ea typeface="Inter" pitchFamily="34" charset="-122"/>
                <a:cs typeface="Inter" pitchFamily="34" charset="-120"/>
              </a:rPr>
              <a:t>“Can VLMs </a:t>
            </a:r>
            <a:r>
              <a:rPr lang="en-US" sz="4400" b="1" u="sng" dirty="0">
                <a:solidFill>
                  <a:srgbClr val="AE2343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replace human annotations </a:t>
            </a:r>
            <a:r>
              <a:rPr lang="en-US" sz="4400" b="1" dirty="0">
                <a:latin typeface="Sentient" pitchFamily="50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4400" b="1" u="sng" dirty="0">
                <a:solidFill>
                  <a:srgbClr val="AE2343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guide adaptive sampling </a:t>
            </a:r>
            <a:r>
              <a:rPr lang="en-US" sz="4400" b="1" dirty="0">
                <a:latin typeface="Sentient" pitchFamily="50" charset="0"/>
                <a:ea typeface="Inter" pitchFamily="34" charset="-122"/>
                <a:cs typeface="Inter" pitchFamily="34" charset="-120"/>
              </a:rPr>
              <a:t>for efficient anomaly detection?”</a:t>
            </a:r>
            <a:endParaRPr lang="en-US" sz="4400" dirty="0">
              <a:latin typeface="Sentient" pitchFamily="50" charset="0"/>
            </a:endParaRPr>
          </a:p>
        </p:txBody>
      </p:sp>
      <p:sp>
        <p:nvSpPr>
          <p:cNvPr id="448" name="Shape 17">
            <a:extLst>
              <a:ext uri="{FF2B5EF4-FFF2-40B4-BE49-F238E27FC236}">
                <a16:creationId xmlns:a16="http://schemas.microsoft.com/office/drawing/2014/main" id="{1684CBC6-DAFF-473C-978E-A1A184E61AD2}"/>
              </a:ext>
            </a:extLst>
          </p:cNvPr>
          <p:cNvSpPr/>
          <p:nvPr/>
        </p:nvSpPr>
        <p:spPr>
          <a:xfrm>
            <a:off x="15034034" y="7258281"/>
            <a:ext cx="14145172" cy="267767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1430">
            <a:solidFill>
              <a:srgbClr val="DDE5EA"/>
            </a:solidFill>
            <a:prstDash val="solid"/>
          </a:ln>
        </p:spPr>
      </p:sp>
      <p:sp>
        <p:nvSpPr>
          <p:cNvPr id="449" name="Text 19">
            <a:extLst>
              <a:ext uri="{FF2B5EF4-FFF2-40B4-BE49-F238E27FC236}">
                <a16:creationId xmlns:a16="http://schemas.microsoft.com/office/drawing/2014/main" id="{51C2CB73-5B7C-4225-8412-56BF6B4526EB}"/>
              </a:ext>
            </a:extLst>
          </p:cNvPr>
          <p:cNvSpPr/>
          <p:nvPr/>
        </p:nvSpPr>
        <p:spPr>
          <a:xfrm>
            <a:off x="15895905" y="7687410"/>
            <a:ext cx="8412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200" b="1" kern="0" spc="110" dirty="0">
                <a:solidFill>
                  <a:srgbClr val="AE2343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Challenge 2 - Computation </a:t>
            </a:r>
            <a:endParaRPr lang="en-US" sz="3200" dirty="0">
              <a:latin typeface="Sentient" pitchFamily="50" charset="0"/>
            </a:endParaRPr>
          </a:p>
        </p:txBody>
      </p:sp>
      <p:sp>
        <p:nvSpPr>
          <p:cNvPr id="450" name="Text 20">
            <a:extLst>
              <a:ext uri="{FF2B5EF4-FFF2-40B4-BE49-F238E27FC236}">
                <a16:creationId xmlns:a16="http://schemas.microsoft.com/office/drawing/2014/main" id="{B6EF32A3-9449-459C-801B-50D1581E6DE2}"/>
              </a:ext>
            </a:extLst>
          </p:cNvPr>
          <p:cNvSpPr/>
          <p:nvPr/>
        </p:nvSpPr>
        <p:spPr>
          <a:xfrm>
            <a:off x="15895904" y="8220810"/>
            <a:ext cx="1353158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4000" b="1" dirty="0">
                <a:solidFill>
                  <a:srgbClr val="162332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Dense VLM Inference Is Costly, While Sparse Sampling Risks Missing Short-Lived Anomalies.</a:t>
            </a:r>
            <a:endParaRPr lang="en-US" sz="4000" dirty="0">
              <a:latin typeface="Sentient" pitchFamily="50" charset="0"/>
            </a:endParaRPr>
          </a:p>
        </p:txBody>
      </p:sp>
      <p:sp>
        <p:nvSpPr>
          <p:cNvPr id="451" name="Shape 18">
            <a:extLst>
              <a:ext uri="{FF2B5EF4-FFF2-40B4-BE49-F238E27FC236}">
                <a16:creationId xmlns:a16="http://schemas.microsoft.com/office/drawing/2014/main" id="{837B0E63-8B3A-4FBC-B48F-3C6E1EB62D3C}"/>
              </a:ext>
            </a:extLst>
          </p:cNvPr>
          <p:cNvSpPr/>
          <p:nvPr/>
        </p:nvSpPr>
        <p:spPr>
          <a:xfrm>
            <a:off x="15283256" y="7640815"/>
            <a:ext cx="146304" cy="2121408"/>
          </a:xfrm>
          <a:prstGeom prst="rect">
            <a:avLst/>
          </a:prstGeom>
          <a:solidFill>
            <a:srgbClr val="AE2343"/>
          </a:solidFill>
          <a:ln w="12700">
            <a:solidFill>
              <a:srgbClr val="AE2343">
                <a:alpha val="0"/>
              </a:srgbClr>
            </a:solidFill>
            <a:prstDash val="solid"/>
          </a:ln>
        </p:spPr>
      </p:sp>
      <p:sp>
        <p:nvSpPr>
          <p:cNvPr id="430" name="Shape 17">
            <a:extLst>
              <a:ext uri="{FF2B5EF4-FFF2-40B4-BE49-F238E27FC236}">
                <a16:creationId xmlns:a16="http://schemas.microsoft.com/office/drawing/2014/main" id="{8BAC1229-41C8-4108-B947-1E716D46AC68}"/>
              </a:ext>
            </a:extLst>
          </p:cNvPr>
          <p:cNvSpPr/>
          <p:nvPr/>
        </p:nvSpPr>
        <p:spPr>
          <a:xfrm>
            <a:off x="1051560" y="7258281"/>
            <a:ext cx="13094208" cy="2677678"/>
          </a:xfrm>
          <a:prstGeom prst="roundRect">
            <a:avLst>
              <a:gd name="adj" fmla="val 60"/>
            </a:avLst>
          </a:prstGeom>
          <a:solidFill>
            <a:srgbClr val="FFFFFF"/>
          </a:solidFill>
          <a:ln w="11430">
            <a:solidFill>
              <a:srgbClr val="DDE5EA"/>
            </a:solidFill>
            <a:prstDash val="solid"/>
          </a:ln>
        </p:spPr>
      </p:sp>
      <p:sp>
        <p:nvSpPr>
          <p:cNvPr id="432" name="Text 19">
            <a:extLst>
              <a:ext uri="{FF2B5EF4-FFF2-40B4-BE49-F238E27FC236}">
                <a16:creationId xmlns:a16="http://schemas.microsoft.com/office/drawing/2014/main" id="{93189104-DB43-4A3E-8324-37C4FBEA8D28}"/>
              </a:ext>
            </a:extLst>
          </p:cNvPr>
          <p:cNvSpPr/>
          <p:nvPr/>
        </p:nvSpPr>
        <p:spPr>
          <a:xfrm>
            <a:off x="1993925" y="7687410"/>
            <a:ext cx="841248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200" b="1" kern="0" spc="110" dirty="0">
                <a:solidFill>
                  <a:srgbClr val="AE2343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Challenge 1  - Supervision</a:t>
            </a:r>
            <a:endParaRPr lang="en-US" sz="3200" dirty="0">
              <a:latin typeface="Sentient" pitchFamily="50" charset="0"/>
            </a:endParaRPr>
          </a:p>
        </p:txBody>
      </p:sp>
      <p:sp>
        <p:nvSpPr>
          <p:cNvPr id="433" name="Text 20">
            <a:extLst>
              <a:ext uri="{FF2B5EF4-FFF2-40B4-BE49-F238E27FC236}">
                <a16:creationId xmlns:a16="http://schemas.microsoft.com/office/drawing/2014/main" id="{F43B637B-E1E6-4F24-99A8-E9BB00B41292}"/>
              </a:ext>
            </a:extLst>
          </p:cNvPr>
          <p:cNvSpPr/>
          <p:nvPr/>
        </p:nvSpPr>
        <p:spPr>
          <a:xfrm>
            <a:off x="2080953" y="8324044"/>
            <a:ext cx="10515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US" sz="4000" b="1" dirty="0">
                <a:solidFill>
                  <a:srgbClr val="162332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Frame-wise Human Annotation Is Costly and Difficult to Scale.</a:t>
            </a:r>
            <a:endParaRPr lang="en-US" sz="4000" dirty="0">
              <a:latin typeface="Sentient" pitchFamily="50" charset="0"/>
            </a:endParaRPr>
          </a:p>
        </p:txBody>
      </p:sp>
      <p:sp>
        <p:nvSpPr>
          <p:cNvPr id="454" name="Shape 18">
            <a:extLst>
              <a:ext uri="{FF2B5EF4-FFF2-40B4-BE49-F238E27FC236}">
                <a16:creationId xmlns:a16="http://schemas.microsoft.com/office/drawing/2014/main" id="{40899C49-C2E7-4891-8A32-388948899CA1}"/>
              </a:ext>
            </a:extLst>
          </p:cNvPr>
          <p:cNvSpPr/>
          <p:nvPr/>
        </p:nvSpPr>
        <p:spPr>
          <a:xfrm>
            <a:off x="1463036" y="7640815"/>
            <a:ext cx="146304" cy="2121408"/>
          </a:xfrm>
          <a:prstGeom prst="rect">
            <a:avLst/>
          </a:prstGeom>
          <a:solidFill>
            <a:srgbClr val="AE2343"/>
          </a:solidFill>
          <a:ln w="12700">
            <a:solidFill>
              <a:srgbClr val="AE2343">
                <a:alpha val="0"/>
              </a:srgbClr>
            </a:solidFill>
            <a:prstDash val="solid"/>
          </a:ln>
        </p:spPr>
      </p:sp>
      <p:sp>
        <p:nvSpPr>
          <p:cNvPr id="1486" name="Rounded Rectangle 395">
            <a:extLst>
              <a:ext uri="{FF2B5EF4-FFF2-40B4-BE49-F238E27FC236}">
                <a16:creationId xmlns:a16="http://schemas.microsoft.com/office/drawing/2014/main" id="{44BEDD5F-3F63-419D-96AF-E2CEA3A7FD8C}"/>
              </a:ext>
            </a:extLst>
          </p:cNvPr>
          <p:cNvSpPr/>
          <p:nvPr/>
        </p:nvSpPr>
        <p:spPr>
          <a:xfrm>
            <a:off x="1036109" y="18974720"/>
            <a:ext cx="29042727" cy="36153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">
            <a:solidFill>
              <a:srgbClr val="D5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Sentient" pitchFamily="50" charset="0"/>
            </a:endParaRPr>
          </a:p>
        </p:txBody>
      </p:sp>
      <p:grpSp>
        <p:nvGrpSpPr>
          <p:cNvPr id="425" name="그룹 424">
            <a:extLst>
              <a:ext uri="{FF2B5EF4-FFF2-40B4-BE49-F238E27FC236}">
                <a16:creationId xmlns:a16="http://schemas.microsoft.com/office/drawing/2014/main" id="{31B8BF2A-56B3-4606-A55C-BA9AA573C61D}"/>
              </a:ext>
            </a:extLst>
          </p:cNvPr>
          <p:cNvGrpSpPr/>
          <p:nvPr/>
        </p:nvGrpSpPr>
        <p:grpSpPr>
          <a:xfrm>
            <a:off x="406817" y="12951208"/>
            <a:ext cx="29465540" cy="6392445"/>
            <a:chOff x="613296" y="12951208"/>
            <a:chExt cx="29465540" cy="6392445"/>
          </a:xfrm>
        </p:grpSpPr>
        <p:sp>
          <p:nvSpPr>
            <p:cNvPr id="1287" name="직사각형 1286">
              <a:extLst>
                <a:ext uri="{FF2B5EF4-FFF2-40B4-BE49-F238E27FC236}">
                  <a16:creationId xmlns:a16="http://schemas.microsoft.com/office/drawing/2014/main" id="{D594660E-00DA-46FD-A000-971EFDF102E0}"/>
                </a:ext>
              </a:extLst>
            </p:cNvPr>
            <p:cNvSpPr/>
            <p:nvPr/>
          </p:nvSpPr>
          <p:spPr>
            <a:xfrm>
              <a:off x="17920454" y="12991860"/>
              <a:ext cx="3375916" cy="1829845"/>
            </a:xfrm>
            <a:prstGeom prst="rect">
              <a:avLst/>
            </a:prstGeom>
            <a:solidFill>
              <a:srgbClr val="BD29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3600" dirty="0">
                <a:latin typeface="Sentient" pitchFamily="50" charset="0"/>
              </a:endParaRPr>
            </a:p>
          </p:txBody>
        </p:sp>
        <p:sp>
          <p:nvSpPr>
            <p:cNvPr id="1288" name="Rectangle 2">
              <a:extLst>
                <a:ext uri="{FF2B5EF4-FFF2-40B4-BE49-F238E27FC236}">
                  <a16:creationId xmlns:a16="http://schemas.microsoft.com/office/drawing/2014/main" id="{DEEBF3F5-2CC0-4546-98B4-0FC455F95833}"/>
                </a:ext>
              </a:extLst>
            </p:cNvPr>
            <p:cNvSpPr/>
            <p:nvPr/>
          </p:nvSpPr>
          <p:spPr>
            <a:xfrm>
              <a:off x="1066345" y="13248435"/>
              <a:ext cx="72567" cy="1376174"/>
            </a:xfrm>
            <a:prstGeom prst="rect">
              <a:avLst/>
            </a:prstGeom>
            <a:solidFill>
              <a:srgbClr val="BD29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289" name="TextBox 1288">
              <a:extLst>
                <a:ext uri="{FF2B5EF4-FFF2-40B4-BE49-F238E27FC236}">
                  <a16:creationId xmlns:a16="http://schemas.microsoft.com/office/drawing/2014/main" id="{221FC2CB-80B1-4CFA-A00B-548ABD34ABE4}"/>
                </a:ext>
              </a:extLst>
            </p:cNvPr>
            <p:cNvSpPr txBox="1"/>
            <p:nvPr/>
          </p:nvSpPr>
          <p:spPr>
            <a:xfrm>
              <a:off x="1353593" y="13332176"/>
              <a:ext cx="4354066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solidFill>
                    <a:srgbClr val="BD294B"/>
                  </a:solidFill>
                  <a:latin typeface="Sentient" pitchFamily="50" charset="0"/>
                </a:rPr>
                <a:t>INPUT VIDEO</a:t>
              </a:r>
            </a:p>
          </p:txBody>
        </p:sp>
        <p:sp>
          <p:nvSpPr>
            <p:cNvPr id="1290" name="TextBox 1289">
              <a:extLst>
                <a:ext uri="{FF2B5EF4-FFF2-40B4-BE49-F238E27FC236}">
                  <a16:creationId xmlns:a16="http://schemas.microsoft.com/office/drawing/2014/main" id="{5B96170B-A802-4CB3-AE90-2DAD4B42E56D}"/>
                </a:ext>
              </a:extLst>
            </p:cNvPr>
            <p:cNvSpPr txBox="1"/>
            <p:nvPr/>
          </p:nvSpPr>
          <p:spPr>
            <a:xfrm>
              <a:off x="1338474" y="13668284"/>
              <a:ext cx="4233120" cy="73866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solidFill>
                    <a:srgbClr val="17293D"/>
                  </a:solidFill>
                  <a:latin typeface="Sentient" pitchFamily="50" charset="0"/>
                </a:rPr>
                <a:t>Q: Is there an anomaly
in these frames?</a:t>
              </a:r>
            </a:p>
          </p:txBody>
        </p:sp>
        <p:sp>
          <p:nvSpPr>
            <p:cNvPr id="1291" name="TextBox 1290">
              <a:extLst>
                <a:ext uri="{FF2B5EF4-FFF2-40B4-BE49-F238E27FC236}">
                  <a16:creationId xmlns:a16="http://schemas.microsoft.com/office/drawing/2014/main" id="{2D8389C0-1CA4-4E2E-9DA9-BDFD3D61EEFF}"/>
                </a:ext>
              </a:extLst>
            </p:cNvPr>
            <p:cNvSpPr txBox="1"/>
            <p:nvPr/>
          </p:nvSpPr>
          <p:spPr>
            <a:xfrm>
              <a:off x="21809907" y="14815087"/>
              <a:ext cx="2781765" cy="2208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68778B"/>
                  </a:solidFill>
                  <a:latin typeface="Sentient" pitchFamily="50" charset="0"/>
                </a:rPr>
                <a:t>00:47</a:t>
              </a:r>
            </a:p>
          </p:txBody>
        </p:sp>
        <p:sp>
          <p:nvSpPr>
            <p:cNvPr id="1292" name="Rounded Rectangle 174">
              <a:extLst>
                <a:ext uri="{FF2B5EF4-FFF2-40B4-BE49-F238E27FC236}">
                  <a16:creationId xmlns:a16="http://schemas.microsoft.com/office/drawing/2014/main" id="{072FE57F-9C26-4128-9A62-02DA5527DC5F}"/>
                </a:ext>
              </a:extLst>
            </p:cNvPr>
            <p:cNvSpPr/>
            <p:nvPr/>
          </p:nvSpPr>
          <p:spPr>
            <a:xfrm>
              <a:off x="25597521" y="13295085"/>
              <a:ext cx="4445942" cy="1259549"/>
            </a:xfrm>
            <a:prstGeom prst="roundRect">
              <a:avLst>
                <a:gd name="adj" fmla="val 12000"/>
              </a:avLst>
            </a:prstGeom>
            <a:solidFill>
              <a:srgbClr val="F6F8FA"/>
            </a:solidFill>
            <a:ln w="11430">
              <a:solidFill>
                <a:srgbClr val="D5DF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293" name="TextBox 1292">
              <a:extLst>
                <a:ext uri="{FF2B5EF4-FFF2-40B4-BE49-F238E27FC236}">
                  <a16:creationId xmlns:a16="http://schemas.microsoft.com/office/drawing/2014/main" id="{50D26C60-F083-4A71-91F8-505A3AF967E6}"/>
                </a:ext>
              </a:extLst>
            </p:cNvPr>
            <p:cNvSpPr txBox="1"/>
            <p:nvPr/>
          </p:nvSpPr>
          <p:spPr>
            <a:xfrm>
              <a:off x="26707409" y="13438858"/>
              <a:ext cx="2192152" cy="2839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b="1" i="0">
                  <a:solidFill>
                    <a:srgbClr val="BD294B"/>
                  </a:solidFill>
                  <a:latin typeface="Sentient" pitchFamily="50" charset="0"/>
                </a:rPr>
                <a:t>LONG STREAM</a:t>
              </a:r>
            </a:p>
          </p:txBody>
        </p:sp>
        <p:sp>
          <p:nvSpPr>
            <p:cNvPr id="1294" name="TextBox 1293">
              <a:extLst>
                <a:ext uri="{FF2B5EF4-FFF2-40B4-BE49-F238E27FC236}">
                  <a16:creationId xmlns:a16="http://schemas.microsoft.com/office/drawing/2014/main" id="{B1E7BADC-F1A2-4172-BC1D-ABF28DA0BED2}"/>
                </a:ext>
              </a:extLst>
            </p:cNvPr>
            <p:cNvSpPr txBox="1"/>
            <p:nvPr/>
          </p:nvSpPr>
          <p:spPr>
            <a:xfrm>
              <a:off x="26415624" y="13386183"/>
              <a:ext cx="2846775" cy="1135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3600" b="1" i="0" dirty="0">
                  <a:solidFill>
                    <a:srgbClr val="17293D"/>
                  </a:solidFill>
                  <a:latin typeface="Sentient" pitchFamily="50" charset="0"/>
                </a:rPr>
                <a:t>+10</a:t>
              </a:r>
              <a:r>
                <a:rPr sz="3600" b="1" i="0" dirty="0">
                  <a:solidFill>
                    <a:srgbClr val="17293D"/>
                  </a:solidFill>
                  <a:latin typeface="Sentient" pitchFamily="50" charset="0"/>
                </a:rPr>
                <a:t> </a:t>
              </a:r>
              <a:r>
                <a:rPr lang="en-US" sz="3600" b="1" i="0" dirty="0">
                  <a:solidFill>
                    <a:srgbClr val="17293D"/>
                  </a:solidFill>
                  <a:latin typeface="Sentient" pitchFamily="50" charset="0"/>
                </a:rPr>
                <a:t>minutes</a:t>
              </a:r>
              <a:endParaRPr sz="3600" b="1" i="0" dirty="0">
                <a:solidFill>
                  <a:srgbClr val="17293D"/>
                </a:solidFill>
                <a:latin typeface="Sentient" pitchFamily="50" charset="0"/>
              </a:endParaRPr>
            </a:p>
          </p:txBody>
        </p:sp>
        <p:sp>
          <p:nvSpPr>
            <p:cNvPr id="1295" name="TextBox 1294">
              <a:extLst>
                <a:ext uri="{FF2B5EF4-FFF2-40B4-BE49-F238E27FC236}">
                  <a16:creationId xmlns:a16="http://schemas.microsoft.com/office/drawing/2014/main" id="{1C251CCF-04A5-439D-881B-680DF98D20E1}"/>
                </a:ext>
              </a:extLst>
            </p:cNvPr>
            <p:cNvSpPr txBox="1"/>
            <p:nvPr/>
          </p:nvSpPr>
          <p:spPr>
            <a:xfrm>
              <a:off x="26707409" y="14183537"/>
              <a:ext cx="2192152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600" b="0" i="0" dirty="0">
                  <a:solidFill>
                    <a:srgbClr val="68778B"/>
                  </a:solidFill>
                  <a:latin typeface="Sentient" pitchFamily="50" charset="0"/>
                </a:rPr>
                <a:t>sparse vs. dense</a:t>
              </a:r>
            </a:p>
          </p:txBody>
        </p:sp>
        <p:sp>
          <p:nvSpPr>
            <p:cNvPr id="1296" name="Rectangle 6">
              <a:extLst>
                <a:ext uri="{FF2B5EF4-FFF2-40B4-BE49-F238E27FC236}">
                  <a16:creationId xmlns:a16="http://schemas.microsoft.com/office/drawing/2014/main" id="{4BB87A53-31A6-4355-BE4E-742CC65E12EC}"/>
                </a:ext>
              </a:extLst>
            </p:cNvPr>
            <p:cNvSpPr/>
            <p:nvPr/>
          </p:nvSpPr>
          <p:spPr>
            <a:xfrm>
              <a:off x="5355443" y="13201785"/>
              <a:ext cx="19481423" cy="1562774"/>
            </a:xfrm>
            <a:prstGeom prst="rect">
              <a:avLst/>
            </a:prstGeom>
            <a:solidFill>
              <a:srgbClr val="15202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pic>
          <p:nvPicPr>
            <p:cNvPr id="1297" name="Picture 7" descr="frame_3.png">
              <a:extLst>
                <a:ext uri="{FF2B5EF4-FFF2-40B4-BE49-F238E27FC236}">
                  <a16:creationId xmlns:a16="http://schemas.microsoft.com/office/drawing/2014/main" id="{64274E84-95AB-42D6-97B4-D31473862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672927" y="13347566"/>
              <a:ext cx="2781765" cy="1407662"/>
            </a:xfrm>
            <a:prstGeom prst="rect">
              <a:avLst/>
            </a:prstGeom>
          </p:spPr>
        </p:pic>
        <p:sp>
          <p:nvSpPr>
            <p:cNvPr id="1298" name="Rectangle 8">
              <a:extLst>
                <a:ext uri="{FF2B5EF4-FFF2-40B4-BE49-F238E27FC236}">
                  <a16:creationId xmlns:a16="http://schemas.microsoft.com/office/drawing/2014/main" id="{AB432514-76D6-49CE-97F5-C05852D2CB1A}"/>
                </a:ext>
              </a:extLst>
            </p:cNvPr>
            <p:cNvSpPr/>
            <p:nvPr/>
          </p:nvSpPr>
          <p:spPr>
            <a:xfrm>
              <a:off x="5672927" y="13365059"/>
              <a:ext cx="967570" cy="314887"/>
            </a:xfrm>
            <a:prstGeom prst="rect">
              <a:avLst/>
            </a:prstGeom>
            <a:solidFill>
              <a:srgbClr val="15202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299" name="TextBox 1298">
              <a:extLst>
                <a:ext uri="{FF2B5EF4-FFF2-40B4-BE49-F238E27FC236}">
                  <a16:creationId xmlns:a16="http://schemas.microsoft.com/office/drawing/2014/main" id="{38A7F3AC-0B65-4780-8981-6AEA7CB50DB4}"/>
                </a:ext>
              </a:extLst>
            </p:cNvPr>
            <p:cNvSpPr txBox="1"/>
            <p:nvPr/>
          </p:nvSpPr>
          <p:spPr>
            <a:xfrm>
              <a:off x="5793873" y="13384655"/>
              <a:ext cx="755914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Sentient" pitchFamily="50" charset="0"/>
                </a:rPr>
                <a:t>F0</a:t>
              </a:r>
            </a:p>
          </p:txBody>
        </p:sp>
        <p:sp>
          <p:nvSpPr>
            <p:cNvPr id="1300" name="TextBox 1299">
              <a:extLst>
                <a:ext uri="{FF2B5EF4-FFF2-40B4-BE49-F238E27FC236}">
                  <a16:creationId xmlns:a16="http://schemas.microsoft.com/office/drawing/2014/main" id="{68A48061-11B7-4A1F-AE0C-A6F0D918AB6C}"/>
                </a:ext>
              </a:extLst>
            </p:cNvPr>
            <p:cNvSpPr txBox="1"/>
            <p:nvPr/>
          </p:nvSpPr>
          <p:spPr>
            <a:xfrm>
              <a:off x="5672927" y="14815087"/>
              <a:ext cx="2781765" cy="2208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 i="0">
                  <a:solidFill>
                    <a:srgbClr val="68778B"/>
                  </a:solidFill>
                  <a:latin typeface="Sentient" pitchFamily="50" charset="0"/>
                </a:rPr>
                <a:t>00:00</a:t>
              </a:r>
            </a:p>
          </p:txBody>
        </p:sp>
        <p:pic>
          <p:nvPicPr>
            <p:cNvPr id="1301" name="Picture 11" descr="frame_0.png">
              <a:extLst>
                <a:ext uri="{FF2B5EF4-FFF2-40B4-BE49-F238E27FC236}">
                  <a16:creationId xmlns:a16="http://schemas.microsoft.com/office/drawing/2014/main" id="{405A83C0-8C7B-4C58-94AF-1AA2B1AA4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09510" y="13347566"/>
              <a:ext cx="2781765" cy="1407662"/>
            </a:xfrm>
            <a:prstGeom prst="rect">
              <a:avLst/>
            </a:prstGeom>
          </p:spPr>
        </p:pic>
        <p:sp>
          <p:nvSpPr>
            <p:cNvPr id="1302" name="Rectangle 12">
              <a:extLst>
                <a:ext uri="{FF2B5EF4-FFF2-40B4-BE49-F238E27FC236}">
                  <a16:creationId xmlns:a16="http://schemas.microsoft.com/office/drawing/2014/main" id="{71DE7736-F5C6-4616-9304-CF28A4459B55}"/>
                </a:ext>
              </a:extLst>
            </p:cNvPr>
            <p:cNvSpPr/>
            <p:nvPr/>
          </p:nvSpPr>
          <p:spPr>
            <a:xfrm>
              <a:off x="9709510" y="13365059"/>
              <a:ext cx="967570" cy="314887"/>
            </a:xfrm>
            <a:prstGeom prst="rect">
              <a:avLst/>
            </a:prstGeom>
            <a:solidFill>
              <a:srgbClr val="15202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03" name="TextBox 1302">
              <a:extLst>
                <a:ext uri="{FF2B5EF4-FFF2-40B4-BE49-F238E27FC236}">
                  <a16:creationId xmlns:a16="http://schemas.microsoft.com/office/drawing/2014/main" id="{955A4D09-8259-43BA-A2FA-0A9748D55B1F}"/>
                </a:ext>
              </a:extLst>
            </p:cNvPr>
            <p:cNvSpPr txBox="1"/>
            <p:nvPr/>
          </p:nvSpPr>
          <p:spPr>
            <a:xfrm>
              <a:off x="9830456" y="13384655"/>
              <a:ext cx="755914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Sentient" pitchFamily="50" charset="0"/>
                </a:rPr>
                <a:t>F150</a:t>
              </a:r>
            </a:p>
          </p:txBody>
        </p:sp>
        <p:sp>
          <p:nvSpPr>
            <p:cNvPr id="1304" name="TextBox 1303">
              <a:extLst>
                <a:ext uri="{FF2B5EF4-FFF2-40B4-BE49-F238E27FC236}">
                  <a16:creationId xmlns:a16="http://schemas.microsoft.com/office/drawing/2014/main" id="{301002C1-BFEB-4AFE-A7D3-4D0DCC1ECD72}"/>
                </a:ext>
              </a:extLst>
            </p:cNvPr>
            <p:cNvSpPr txBox="1"/>
            <p:nvPr/>
          </p:nvSpPr>
          <p:spPr>
            <a:xfrm>
              <a:off x="9709510" y="14815087"/>
              <a:ext cx="2781765" cy="2208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 i="0">
                  <a:solidFill>
                    <a:srgbClr val="68778B"/>
                  </a:solidFill>
                  <a:latin typeface="Sentient" pitchFamily="50" charset="0"/>
                </a:rPr>
                <a:t>00:05</a:t>
              </a:r>
            </a:p>
          </p:txBody>
        </p:sp>
        <p:pic>
          <p:nvPicPr>
            <p:cNvPr id="1305" name="Picture 15" descr="frame_1.png">
              <a:extLst>
                <a:ext uri="{FF2B5EF4-FFF2-40B4-BE49-F238E27FC236}">
                  <a16:creationId xmlns:a16="http://schemas.microsoft.com/office/drawing/2014/main" id="{28A1E505-40B4-4FDA-9774-620558F48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746092" y="13347566"/>
              <a:ext cx="2781765" cy="1407662"/>
            </a:xfrm>
            <a:prstGeom prst="rect">
              <a:avLst/>
            </a:prstGeom>
          </p:spPr>
        </p:pic>
        <p:sp>
          <p:nvSpPr>
            <p:cNvPr id="1306" name="Rectangle 16">
              <a:extLst>
                <a:ext uri="{FF2B5EF4-FFF2-40B4-BE49-F238E27FC236}">
                  <a16:creationId xmlns:a16="http://schemas.microsoft.com/office/drawing/2014/main" id="{F0673B03-8608-41FA-B199-22A16ECB3A14}"/>
                </a:ext>
              </a:extLst>
            </p:cNvPr>
            <p:cNvSpPr/>
            <p:nvPr/>
          </p:nvSpPr>
          <p:spPr>
            <a:xfrm>
              <a:off x="13746092" y="13365059"/>
              <a:ext cx="967570" cy="314887"/>
            </a:xfrm>
            <a:prstGeom prst="rect">
              <a:avLst/>
            </a:prstGeom>
            <a:solidFill>
              <a:srgbClr val="15202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5B96DA60-C3C6-4844-8EDD-FC11C6CB5927}"/>
                </a:ext>
              </a:extLst>
            </p:cNvPr>
            <p:cNvSpPr txBox="1"/>
            <p:nvPr/>
          </p:nvSpPr>
          <p:spPr>
            <a:xfrm>
              <a:off x="13867038" y="13384655"/>
              <a:ext cx="755914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solidFill>
                    <a:srgbClr val="FFFFFF"/>
                  </a:solidFill>
                  <a:latin typeface="Sentient" pitchFamily="50" charset="0"/>
                </a:rPr>
                <a:t>F753</a:t>
              </a:r>
            </a:p>
          </p:txBody>
        </p:sp>
        <p:sp>
          <p:nvSpPr>
            <p:cNvPr id="1308" name="TextBox 1307">
              <a:extLst>
                <a:ext uri="{FF2B5EF4-FFF2-40B4-BE49-F238E27FC236}">
                  <a16:creationId xmlns:a16="http://schemas.microsoft.com/office/drawing/2014/main" id="{4E328649-26CD-4EC0-9B98-8D6689B15DA7}"/>
                </a:ext>
              </a:extLst>
            </p:cNvPr>
            <p:cNvSpPr txBox="1"/>
            <p:nvPr/>
          </p:nvSpPr>
          <p:spPr>
            <a:xfrm>
              <a:off x="13746092" y="14815087"/>
              <a:ext cx="2781765" cy="2208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 i="0">
                  <a:solidFill>
                    <a:srgbClr val="68778B"/>
                  </a:solidFill>
                  <a:latin typeface="Sentient" pitchFamily="50" charset="0"/>
                </a:rPr>
                <a:t>00:25</a:t>
              </a:r>
            </a:p>
          </p:txBody>
        </p:sp>
        <p:grpSp>
          <p:nvGrpSpPr>
            <p:cNvPr id="1309" name="그룹 1308">
              <a:extLst>
                <a:ext uri="{FF2B5EF4-FFF2-40B4-BE49-F238E27FC236}">
                  <a16:creationId xmlns:a16="http://schemas.microsoft.com/office/drawing/2014/main" id="{709AB631-8052-427C-BB5C-57BD4E50644E}"/>
                </a:ext>
              </a:extLst>
            </p:cNvPr>
            <p:cNvGrpSpPr/>
            <p:nvPr/>
          </p:nvGrpSpPr>
          <p:grpSpPr>
            <a:xfrm>
              <a:off x="18098604" y="13347566"/>
              <a:ext cx="2781765" cy="1407662"/>
              <a:chOff x="11786616" y="278892"/>
              <a:chExt cx="1682496" cy="1103680"/>
            </a:xfrm>
          </p:grpSpPr>
          <p:pic>
            <p:nvPicPr>
              <p:cNvPr id="1696" name="Picture 19" descr="frame_2.png">
                <a:extLst>
                  <a:ext uri="{FF2B5EF4-FFF2-40B4-BE49-F238E27FC236}">
                    <a16:creationId xmlns:a16="http://schemas.microsoft.com/office/drawing/2014/main" id="{95F2BB37-61FD-4690-A985-A96B6D196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786616" y="278892"/>
                <a:ext cx="1682496" cy="1103680"/>
              </a:xfrm>
              <a:prstGeom prst="rect">
                <a:avLst/>
              </a:prstGeom>
            </p:spPr>
          </p:pic>
          <p:sp>
            <p:nvSpPr>
              <p:cNvPr id="1697" name="Rectangle 20">
                <a:extLst>
                  <a:ext uri="{FF2B5EF4-FFF2-40B4-BE49-F238E27FC236}">
                    <a16:creationId xmlns:a16="http://schemas.microsoft.com/office/drawing/2014/main" id="{B68A4BF6-377A-4176-B702-E80D7F6A7B0D}"/>
                  </a:ext>
                </a:extLst>
              </p:cNvPr>
              <p:cNvSpPr/>
              <p:nvPr/>
            </p:nvSpPr>
            <p:spPr>
              <a:xfrm>
                <a:off x="11786616" y="292608"/>
                <a:ext cx="585216" cy="246888"/>
              </a:xfrm>
              <a:prstGeom prst="rect">
                <a:avLst/>
              </a:prstGeom>
              <a:solidFill>
                <a:srgbClr val="1520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698" name="TextBox 1697">
                <a:extLst>
                  <a:ext uri="{FF2B5EF4-FFF2-40B4-BE49-F238E27FC236}">
                    <a16:creationId xmlns:a16="http://schemas.microsoft.com/office/drawing/2014/main" id="{0D64C716-6C9E-431B-8B4C-EC480DE6AA7A}"/>
                  </a:ext>
                </a:extLst>
              </p:cNvPr>
              <p:cNvSpPr txBox="1"/>
              <p:nvPr/>
            </p:nvSpPr>
            <p:spPr>
              <a:xfrm>
                <a:off x="11859768" y="307971"/>
                <a:ext cx="457200" cy="19787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FFFFFF"/>
                    </a:solidFill>
                    <a:latin typeface="Sentient" pitchFamily="50" charset="0"/>
                  </a:rPr>
                  <a:t>F1076</a:t>
                </a:r>
              </a:p>
            </p:txBody>
          </p:sp>
        </p:grpSp>
        <p:sp>
          <p:nvSpPr>
            <p:cNvPr id="1310" name="TextBox 1309">
              <a:extLst>
                <a:ext uri="{FF2B5EF4-FFF2-40B4-BE49-F238E27FC236}">
                  <a16:creationId xmlns:a16="http://schemas.microsoft.com/office/drawing/2014/main" id="{E5A8BAE1-FDEB-4BC7-B676-BA7FEC39E9C5}"/>
                </a:ext>
              </a:extLst>
            </p:cNvPr>
            <p:cNvSpPr txBox="1"/>
            <p:nvPr/>
          </p:nvSpPr>
          <p:spPr>
            <a:xfrm>
              <a:off x="18254002" y="14815087"/>
              <a:ext cx="2781765" cy="22082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0" i="0" dirty="0">
                  <a:solidFill>
                    <a:srgbClr val="68778B"/>
                  </a:solidFill>
                  <a:latin typeface="Sentient" pitchFamily="50" charset="0"/>
                </a:rPr>
                <a:t>00:45</a:t>
              </a:r>
            </a:p>
          </p:txBody>
        </p:sp>
        <p:grpSp>
          <p:nvGrpSpPr>
            <p:cNvPr id="1311" name="그룹 1310">
              <a:extLst>
                <a:ext uri="{FF2B5EF4-FFF2-40B4-BE49-F238E27FC236}">
                  <a16:creationId xmlns:a16="http://schemas.microsoft.com/office/drawing/2014/main" id="{38B1E7F8-37F9-4FF9-8C8C-F6F17732800C}"/>
                </a:ext>
              </a:extLst>
            </p:cNvPr>
            <p:cNvGrpSpPr/>
            <p:nvPr/>
          </p:nvGrpSpPr>
          <p:grpSpPr>
            <a:xfrm>
              <a:off x="21724409" y="13347566"/>
              <a:ext cx="2781765" cy="1407662"/>
              <a:chOff x="14228064" y="278892"/>
              <a:chExt cx="1682496" cy="1103680"/>
            </a:xfrm>
          </p:grpSpPr>
          <p:pic>
            <p:nvPicPr>
              <p:cNvPr id="1693" name="Picture 23" descr="frame_16.png">
                <a:extLst>
                  <a:ext uri="{FF2B5EF4-FFF2-40B4-BE49-F238E27FC236}">
                    <a16:creationId xmlns:a16="http://schemas.microsoft.com/office/drawing/2014/main" id="{6093657A-525D-45EF-9A3B-CE49B5352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228064" y="278892"/>
                <a:ext cx="1682496" cy="1103680"/>
              </a:xfrm>
              <a:prstGeom prst="rect">
                <a:avLst/>
              </a:prstGeom>
            </p:spPr>
          </p:pic>
          <p:sp>
            <p:nvSpPr>
              <p:cNvPr id="1694" name="Rectangle 24">
                <a:extLst>
                  <a:ext uri="{FF2B5EF4-FFF2-40B4-BE49-F238E27FC236}">
                    <a16:creationId xmlns:a16="http://schemas.microsoft.com/office/drawing/2014/main" id="{EFF749E9-0D4D-47A1-A436-F8C6C6ED9B79}"/>
                  </a:ext>
                </a:extLst>
              </p:cNvPr>
              <p:cNvSpPr/>
              <p:nvPr/>
            </p:nvSpPr>
            <p:spPr>
              <a:xfrm>
                <a:off x="14228064" y="292608"/>
                <a:ext cx="585216" cy="246888"/>
              </a:xfrm>
              <a:prstGeom prst="rect">
                <a:avLst/>
              </a:prstGeom>
              <a:solidFill>
                <a:srgbClr val="15202C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695" name="TextBox 1694">
                <a:extLst>
                  <a:ext uri="{FF2B5EF4-FFF2-40B4-BE49-F238E27FC236}">
                    <a16:creationId xmlns:a16="http://schemas.microsoft.com/office/drawing/2014/main" id="{6D821727-F45B-4A3A-B6B2-9C1927986B1B}"/>
                  </a:ext>
                </a:extLst>
              </p:cNvPr>
              <p:cNvSpPr txBox="1"/>
              <p:nvPr/>
            </p:nvSpPr>
            <p:spPr>
              <a:xfrm>
                <a:off x="14301216" y="307971"/>
                <a:ext cx="457200" cy="19787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1600" b="1" i="0">
                    <a:solidFill>
                      <a:srgbClr val="FFFFFF"/>
                    </a:solidFill>
                    <a:latin typeface="Sentient" pitchFamily="50" charset="0"/>
                  </a:rPr>
                  <a:t>F1205</a:t>
                </a:r>
              </a:p>
            </p:txBody>
          </p:sp>
        </p:grpSp>
        <p:sp>
          <p:nvSpPr>
            <p:cNvPr id="1312" name="TextBox 1311">
              <a:extLst>
                <a:ext uri="{FF2B5EF4-FFF2-40B4-BE49-F238E27FC236}">
                  <a16:creationId xmlns:a16="http://schemas.microsoft.com/office/drawing/2014/main" id="{30FE521A-7306-4DA7-8564-BE311A20F924}"/>
                </a:ext>
              </a:extLst>
            </p:cNvPr>
            <p:cNvSpPr txBox="1"/>
            <p:nvPr/>
          </p:nvSpPr>
          <p:spPr>
            <a:xfrm>
              <a:off x="16646945" y="13635112"/>
              <a:ext cx="1345527" cy="5678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600" b="1" i="0" dirty="0">
                  <a:solidFill>
                    <a:srgbClr val="FFFFFF"/>
                  </a:solidFill>
                  <a:latin typeface="Sentient" pitchFamily="50" charset="0"/>
                </a:rPr>
                <a:t>•••</a:t>
              </a:r>
            </a:p>
          </p:txBody>
        </p:sp>
        <p:sp>
          <p:nvSpPr>
            <p:cNvPr id="1313" name="Rectangle 28">
              <a:extLst>
                <a:ext uri="{FF2B5EF4-FFF2-40B4-BE49-F238E27FC236}">
                  <a16:creationId xmlns:a16="http://schemas.microsoft.com/office/drawing/2014/main" id="{E3D6AF1D-E6A8-4506-A482-7C5A016F8890}"/>
                </a:ext>
              </a:extLst>
            </p:cNvPr>
            <p:cNvSpPr/>
            <p:nvPr/>
          </p:nvSpPr>
          <p:spPr>
            <a:xfrm>
              <a:off x="545371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14" name="Rectangle 29">
              <a:extLst>
                <a:ext uri="{FF2B5EF4-FFF2-40B4-BE49-F238E27FC236}">
                  <a16:creationId xmlns:a16="http://schemas.microsoft.com/office/drawing/2014/main" id="{295A6724-B996-4BC6-A013-97DF2192B6AE}"/>
                </a:ext>
              </a:extLst>
            </p:cNvPr>
            <p:cNvSpPr/>
            <p:nvPr/>
          </p:nvSpPr>
          <p:spPr>
            <a:xfrm>
              <a:off x="545371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15" name="Rectangle 30">
              <a:extLst>
                <a:ext uri="{FF2B5EF4-FFF2-40B4-BE49-F238E27FC236}">
                  <a16:creationId xmlns:a16="http://schemas.microsoft.com/office/drawing/2014/main" id="{E6299299-9B64-4500-8FF9-561139AC8F6D}"/>
                </a:ext>
              </a:extLst>
            </p:cNvPr>
            <p:cNvSpPr/>
            <p:nvPr/>
          </p:nvSpPr>
          <p:spPr>
            <a:xfrm>
              <a:off x="574549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16" name="Rectangle 31">
              <a:extLst>
                <a:ext uri="{FF2B5EF4-FFF2-40B4-BE49-F238E27FC236}">
                  <a16:creationId xmlns:a16="http://schemas.microsoft.com/office/drawing/2014/main" id="{9E86E879-6EEE-47BD-AE8E-44C80F2F68C8}"/>
                </a:ext>
              </a:extLst>
            </p:cNvPr>
            <p:cNvSpPr/>
            <p:nvPr/>
          </p:nvSpPr>
          <p:spPr>
            <a:xfrm>
              <a:off x="574549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17" name="Rectangle 32">
              <a:extLst>
                <a:ext uri="{FF2B5EF4-FFF2-40B4-BE49-F238E27FC236}">
                  <a16:creationId xmlns:a16="http://schemas.microsoft.com/office/drawing/2014/main" id="{57D7C5AE-FD42-4E90-BD82-8CCC5E603379}"/>
                </a:ext>
              </a:extLst>
            </p:cNvPr>
            <p:cNvSpPr/>
            <p:nvPr/>
          </p:nvSpPr>
          <p:spPr>
            <a:xfrm>
              <a:off x="6037277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18" name="Rectangle 33">
              <a:extLst>
                <a:ext uri="{FF2B5EF4-FFF2-40B4-BE49-F238E27FC236}">
                  <a16:creationId xmlns:a16="http://schemas.microsoft.com/office/drawing/2014/main" id="{907A4E15-9909-4C09-A442-EB3704A44A02}"/>
                </a:ext>
              </a:extLst>
            </p:cNvPr>
            <p:cNvSpPr/>
            <p:nvPr/>
          </p:nvSpPr>
          <p:spPr>
            <a:xfrm>
              <a:off x="6037277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19" name="Rectangle 34">
              <a:extLst>
                <a:ext uri="{FF2B5EF4-FFF2-40B4-BE49-F238E27FC236}">
                  <a16:creationId xmlns:a16="http://schemas.microsoft.com/office/drawing/2014/main" id="{C1047F21-00F2-4FD1-A80C-F539B87EC82F}"/>
                </a:ext>
              </a:extLst>
            </p:cNvPr>
            <p:cNvSpPr/>
            <p:nvPr/>
          </p:nvSpPr>
          <p:spPr>
            <a:xfrm>
              <a:off x="632906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0" name="Rectangle 35">
              <a:extLst>
                <a:ext uri="{FF2B5EF4-FFF2-40B4-BE49-F238E27FC236}">
                  <a16:creationId xmlns:a16="http://schemas.microsoft.com/office/drawing/2014/main" id="{9F00160B-6CD1-45F4-B9A7-3412A7F441C1}"/>
                </a:ext>
              </a:extLst>
            </p:cNvPr>
            <p:cNvSpPr/>
            <p:nvPr/>
          </p:nvSpPr>
          <p:spPr>
            <a:xfrm>
              <a:off x="632906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1" name="Rectangle 36">
              <a:extLst>
                <a:ext uri="{FF2B5EF4-FFF2-40B4-BE49-F238E27FC236}">
                  <a16:creationId xmlns:a16="http://schemas.microsoft.com/office/drawing/2014/main" id="{12DA3F89-C755-4461-A62F-0E950BFF967A}"/>
                </a:ext>
              </a:extLst>
            </p:cNvPr>
            <p:cNvSpPr/>
            <p:nvPr/>
          </p:nvSpPr>
          <p:spPr>
            <a:xfrm>
              <a:off x="662084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2" name="Rectangle 37">
              <a:extLst>
                <a:ext uri="{FF2B5EF4-FFF2-40B4-BE49-F238E27FC236}">
                  <a16:creationId xmlns:a16="http://schemas.microsoft.com/office/drawing/2014/main" id="{E68DFD51-53FA-4E31-A2E9-6F5C5C8E43DE}"/>
                </a:ext>
              </a:extLst>
            </p:cNvPr>
            <p:cNvSpPr/>
            <p:nvPr/>
          </p:nvSpPr>
          <p:spPr>
            <a:xfrm>
              <a:off x="662084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3" name="Rectangle 38">
              <a:extLst>
                <a:ext uri="{FF2B5EF4-FFF2-40B4-BE49-F238E27FC236}">
                  <a16:creationId xmlns:a16="http://schemas.microsoft.com/office/drawing/2014/main" id="{57967EE9-34D7-4EE4-8624-DC10188B98DD}"/>
                </a:ext>
              </a:extLst>
            </p:cNvPr>
            <p:cNvSpPr/>
            <p:nvPr/>
          </p:nvSpPr>
          <p:spPr>
            <a:xfrm>
              <a:off x="6912627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4" name="Rectangle 39">
              <a:extLst>
                <a:ext uri="{FF2B5EF4-FFF2-40B4-BE49-F238E27FC236}">
                  <a16:creationId xmlns:a16="http://schemas.microsoft.com/office/drawing/2014/main" id="{5361CA28-F31B-471B-A9C2-323C47D87B53}"/>
                </a:ext>
              </a:extLst>
            </p:cNvPr>
            <p:cNvSpPr/>
            <p:nvPr/>
          </p:nvSpPr>
          <p:spPr>
            <a:xfrm>
              <a:off x="6912627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5" name="Rectangle 40">
              <a:extLst>
                <a:ext uri="{FF2B5EF4-FFF2-40B4-BE49-F238E27FC236}">
                  <a16:creationId xmlns:a16="http://schemas.microsoft.com/office/drawing/2014/main" id="{B2B7A8CC-E863-4B7F-AE40-9879951B3D9E}"/>
                </a:ext>
              </a:extLst>
            </p:cNvPr>
            <p:cNvSpPr/>
            <p:nvPr/>
          </p:nvSpPr>
          <p:spPr>
            <a:xfrm>
              <a:off x="7204409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6" name="Rectangle 41">
              <a:extLst>
                <a:ext uri="{FF2B5EF4-FFF2-40B4-BE49-F238E27FC236}">
                  <a16:creationId xmlns:a16="http://schemas.microsoft.com/office/drawing/2014/main" id="{F15B6D32-0F2D-45D0-A421-42A39764E353}"/>
                </a:ext>
              </a:extLst>
            </p:cNvPr>
            <p:cNvSpPr/>
            <p:nvPr/>
          </p:nvSpPr>
          <p:spPr>
            <a:xfrm>
              <a:off x="7204409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7" name="Rectangle 42">
              <a:extLst>
                <a:ext uri="{FF2B5EF4-FFF2-40B4-BE49-F238E27FC236}">
                  <a16:creationId xmlns:a16="http://schemas.microsoft.com/office/drawing/2014/main" id="{AD3779B8-0BF6-47BD-A657-59340DA4DC88}"/>
                </a:ext>
              </a:extLst>
            </p:cNvPr>
            <p:cNvSpPr/>
            <p:nvPr/>
          </p:nvSpPr>
          <p:spPr>
            <a:xfrm>
              <a:off x="749619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8" name="Rectangle 43">
              <a:extLst>
                <a:ext uri="{FF2B5EF4-FFF2-40B4-BE49-F238E27FC236}">
                  <a16:creationId xmlns:a16="http://schemas.microsoft.com/office/drawing/2014/main" id="{93B77E13-9B2A-4345-837A-B2DBD053FFDE}"/>
                </a:ext>
              </a:extLst>
            </p:cNvPr>
            <p:cNvSpPr/>
            <p:nvPr/>
          </p:nvSpPr>
          <p:spPr>
            <a:xfrm>
              <a:off x="749619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29" name="Rectangle 44">
              <a:extLst>
                <a:ext uri="{FF2B5EF4-FFF2-40B4-BE49-F238E27FC236}">
                  <a16:creationId xmlns:a16="http://schemas.microsoft.com/office/drawing/2014/main" id="{69A4B797-CDD0-4D6F-A9DC-3D55A8CCD2C7}"/>
                </a:ext>
              </a:extLst>
            </p:cNvPr>
            <p:cNvSpPr/>
            <p:nvPr/>
          </p:nvSpPr>
          <p:spPr>
            <a:xfrm>
              <a:off x="778797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0" name="Rectangle 45">
              <a:extLst>
                <a:ext uri="{FF2B5EF4-FFF2-40B4-BE49-F238E27FC236}">
                  <a16:creationId xmlns:a16="http://schemas.microsoft.com/office/drawing/2014/main" id="{61AED48C-5762-4B46-A81B-E79A79BD41B3}"/>
                </a:ext>
              </a:extLst>
            </p:cNvPr>
            <p:cNvSpPr/>
            <p:nvPr/>
          </p:nvSpPr>
          <p:spPr>
            <a:xfrm>
              <a:off x="778797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1" name="Rectangle 46">
              <a:extLst>
                <a:ext uri="{FF2B5EF4-FFF2-40B4-BE49-F238E27FC236}">
                  <a16:creationId xmlns:a16="http://schemas.microsoft.com/office/drawing/2014/main" id="{68847A46-6654-42D0-ADF8-5923E041A03D}"/>
                </a:ext>
              </a:extLst>
            </p:cNvPr>
            <p:cNvSpPr/>
            <p:nvPr/>
          </p:nvSpPr>
          <p:spPr>
            <a:xfrm>
              <a:off x="8079757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2" name="Rectangle 47">
              <a:extLst>
                <a:ext uri="{FF2B5EF4-FFF2-40B4-BE49-F238E27FC236}">
                  <a16:creationId xmlns:a16="http://schemas.microsoft.com/office/drawing/2014/main" id="{FAD64EC3-0D6F-4CCD-948A-1C947E46304E}"/>
                </a:ext>
              </a:extLst>
            </p:cNvPr>
            <p:cNvSpPr/>
            <p:nvPr/>
          </p:nvSpPr>
          <p:spPr>
            <a:xfrm>
              <a:off x="8079757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3" name="Rectangle 48">
              <a:extLst>
                <a:ext uri="{FF2B5EF4-FFF2-40B4-BE49-F238E27FC236}">
                  <a16:creationId xmlns:a16="http://schemas.microsoft.com/office/drawing/2014/main" id="{F9DE5818-FB8D-4596-9850-00B8F0CE41B6}"/>
                </a:ext>
              </a:extLst>
            </p:cNvPr>
            <p:cNvSpPr/>
            <p:nvPr/>
          </p:nvSpPr>
          <p:spPr>
            <a:xfrm>
              <a:off x="8371541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4" name="Rectangle 49">
              <a:extLst>
                <a:ext uri="{FF2B5EF4-FFF2-40B4-BE49-F238E27FC236}">
                  <a16:creationId xmlns:a16="http://schemas.microsoft.com/office/drawing/2014/main" id="{E820CD44-9DE4-4BA8-AB98-FADFB674974C}"/>
                </a:ext>
              </a:extLst>
            </p:cNvPr>
            <p:cNvSpPr/>
            <p:nvPr/>
          </p:nvSpPr>
          <p:spPr>
            <a:xfrm>
              <a:off x="8371541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5" name="Rectangle 50">
              <a:extLst>
                <a:ext uri="{FF2B5EF4-FFF2-40B4-BE49-F238E27FC236}">
                  <a16:creationId xmlns:a16="http://schemas.microsoft.com/office/drawing/2014/main" id="{6784E5CE-B3F8-4C6B-B788-E3A9BED75ED4}"/>
                </a:ext>
              </a:extLst>
            </p:cNvPr>
            <p:cNvSpPr/>
            <p:nvPr/>
          </p:nvSpPr>
          <p:spPr>
            <a:xfrm>
              <a:off x="866332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6" name="Rectangle 51">
              <a:extLst>
                <a:ext uri="{FF2B5EF4-FFF2-40B4-BE49-F238E27FC236}">
                  <a16:creationId xmlns:a16="http://schemas.microsoft.com/office/drawing/2014/main" id="{7315140E-9477-4AAA-9AD6-D686FA723046}"/>
                </a:ext>
              </a:extLst>
            </p:cNvPr>
            <p:cNvSpPr/>
            <p:nvPr/>
          </p:nvSpPr>
          <p:spPr>
            <a:xfrm>
              <a:off x="866332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7" name="Rectangle 52">
              <a:extLst>
                <a:ext uri="{FF2B5EF4-FFF2-40B4-BE49-F238E27FC236}">
                  <a16:creationId xmlns:a16="http://schemas.microsoft.com/office/drawing/2014/main" id="{9F1D855D-64F3-4C26-BE2C-EC13E133AC46}"/>
                </a:ext>
              </a:extLst>
            </p:cNvPr>
            <p:cNvSpPr/>
            <p:nvPr/>
          </p:nvSpPr>
          <p:spPr>
            <a:xfrm>
              <a:off x="8955106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8" name="Rectangle 53">
              <a:extLst>
                <a:ext uri="{FF2B5EF4-FFF2-40B4-BE49-F238E27FC236}">
                  <a16:creationId xmlns:a16="http://schemas.microsoft.com/office/drawing/2014/main" id="{B3F46978-D6BE-42D9-B362-BAF9E2D93E62}"/>
                </a:ext>
              </a:extLst>
            </p:cNvPr>
            <p:cNvSpPr/>
            <p:nvPr/>
          </p:nvSpPr>
          <p:spPr>
            <a:xfrm>
              <a:off x="8955106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39" name="Rectangle 54">
              <a:extLst>
                <a:ext uri="{FF2B5EF4-FFF2-40B4-BE49-F238E27FC236}">
                  <a16:creationId xmlns:a16="http://schemas.microsoft.com/office/drawing/2014/main" id="{74B84411-EA47-4FD4-BDAD-EB32A739699E}"/>
                </a:ext>
              </a:extLst>
            </p:cNvPr>
            <p:cNvSpPr/>
            <p:nvPr/>
          </p:nvSpPr>
          <p:spPr>
            <a:xfrm>
              <a:off x="9246889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0" name="Rectangle 55">
              <a:extLst>
                <a:ext uri="{FF2B5EF4-FFF2-40B4-BE49-F238E27FC236}">
                  <a16:creationId xmlns:a16="http://schemas.microsoft.com/office/drawing/2014/main" id="{BA80EAA9-5866-48E8-8230-843E3F853F4A}"/>
                </a:ext>
              </a:extLst>
            </p:cNvPr>
            <p:cNvSpPr/>
            <p:nvPr/>
          </p:nvSpPr>
          <p:spPr>
            <a:xfrm>
              <a:off x="9246889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1" name="Rectangle 56">
              <a:extLst>
                <a:ext uri="{FF2B5EF4-FFF2-40B4-BE49-F238E27FC236}">
                  <a16:creationId xmlns:a16="http://schemas.microsoft.com/office/drawing/2014/main" id="{F9579277-D88C-40AA-93A9-F77AB63410C6}"/>
                </a:ext>
              </a:extLst>
            </p:cNvPr>
            <p:cNvSpPr/>
            <p:nvPr/>
          </p:nvSpPr>
          <p:spPr>
            <a:xfrm>
              <a:off x="953867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2" name="Rectangle 57">
              <a:extLst>
                <a:ext uri="{FF2B5EF4-FFF2-40B4-BE49-F238E27FC236}">
                  <a16:creationId xmlns:a16="http://schemas.microsoft.com/office/drawing/2014/main" id="{E58FD8B6-CB70-48FF-B036-BBEF9C7D3B59}"/>
                </a:ext>
              </a:extLst>
            </p:cNvPr>
            <p:cNvSpPr/>
            <p:nvPr/>
          </p:nvSpPr>
          <p:spPr>
            <a:xfrm>
              <a:off x="953867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3" name="Rectangle 58">
              <a:extLst>
                <a:ext uri="{FF2B5EF4-FFF2-40B4-BE49-F238E27FC236}">
                  <a16:creationId xmlns:a16="http://schemas.microsoft.com/office/drawing/2014/main" id="{C69061CB-293C-4647-B174-E0AEB0B0B2CD}"/>
                </a:ext>
              </a:extLst>
            </p:cNvPr>
            <p:cNvSpPr/>
            <p:nvPr/>
          </p:nvSpPr>
          <p:spPr>
            <a:xfrm>
              <a:off x="9830456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4" name="Rectangle 59">
              <a:extLst>
                <a:ext uri="{FF2B5EF4-FFF2-40B4-BE49-F238E27FC236}">
                  <a16:creationId xmlns:a16="http://schemas.microsoft.com/office/drawing/2014/main" id="{9D092979-D83F-4F69-BB06-4AFAEBEAF308}"/>
                </a:ext>
              </a:extLst>
            </p:cNvPr>
            <p:cNvSpPr/>
            <p:nvPr/>
          </p:nvSpPr>
          <p:spPr>
            <a:xfrm>
              <a:off x="9830456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5" name="Rectangle 60">
              <a:extLst>
                <a:ext uri="{FF2B5EF4-FFF2-40B4-BE49-F238E27FC236}">
                  <a16:creationId xmlns:a16="http://schemas.microsoft.com/office/drawing/2014/main" id="{BFEE58B0-5E52-47FD-AA29-2289C57CCD2F}"/>
                </a:ext>
              </a:extLst>
            </p:cNvPr>
            <p:cNvSpPr/>
            <p:nvPr/>
          </p:nvSpPr>
          <p:spPr>
            <a:xfrm>
              <a:off x="1012223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6" name="Rectangle 61">
              <a:extLst>
                <a:ext uri="{FF2B5EF4-FFF2-40B4-BE49-F238E27FC236}">
                  <a16:creationId xmlns:a16="http://schemas.microsoft.com/office/drawing/2014/main" id="{F9232C21-9858-4A88-AB31-294E5C066C74}"/>
                </a:ext>
              </a:extLst>
            </p:cNvPr>
            <p:cNvSpPr/>
            <p:nvPr/>
          </p:nvSpPr>
          <p:spPr>
            <a:xfrm>
              <a:off x="1012223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7" name="Rectangle 62">
              <a:extLst>
                <a:ext uri="{FF2B5EF4-FFF2-40B4-BE49-F238E27FC236}">
                  <a16:creationId xmlns:a16="http://schemas.microsoft.com/office/drawing/2014/main" id="{5BFAFBD0-47EF-4FA1-AE1F-D1A43ADD62AC}"/>
                </a:ext>
              </a:extLst>
            </p:cNvPr>
            <p:cNvSpPr/>
            <p:nvPr/>
          </p:nvSpPr>
          <p:spPr>
            <a:xfrm>
              <a:off x="10414021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8" name="Rectangle 63">
              <a:extLst>
                <a:ext uri="{FF2B5EF4-FFF2-40B4-BE49-F238E27FC236}">
                  <a16:creationId xmlns:a16="http://schemas.microsoft.com/office/drawing/2014/main" id="{78985563-C012-4B6C-BFC9-1B21396B9FFB}"/>
                </a:ext>
              </a:extLst>
            </p:cNvPr>
            <p:cNvSpPr/>
            <p:nvPr/>
          </p:nvSpPr>
          <p:spPr>
            <a:xfrm>
              <a:off x="10414021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49" name="Rectangle 64">
              <a:extLst>
                <a:ext uri="{FF2B5EF4-FFF2-40B4-BE49-F238E27FC236}">
                  <a16:creationId xmlns:a16="http://schemas.microsoft.com/office/drawing/2014/main" id="{88F34516-4AD3-49A4-82B5-41176F16D4D3}"/>
                </a:ext>
              </a:extLst>
            </p:cNvPr>
            <p:cNvSpPr/>
            <p:nvPr/>
          </p:nvSpPr>
          <p:spPr>
            <a:xfrm>
              <a:off x="1070580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0" name="Rectangle 65">
              <a:extLst>
                <a:ext uri="{FF2B5EF4-FFF2-40B4-BE49-F238E27FC236}">
                  <a16:creationId xmlns:a16="http://schemas.microsoft.com/office/drawing/2014/main" id="{18734BC1-C951-4A62-9C4B-A4BF28A292D1}"/>
                </a:ext>
              </a:extLst>
            </p:cNvPr>
            <p:cNvSpPr/>
            <p:nvPr/>
          </p:nvSpPr>
          <p:spPr>
            <a:xfrm>
              <a:off x="1070580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1" name="Rectangle 66">
              <a:extLst>
                <a:ext uri="{FF2B5EF4-FFF2-40B4-BE49-F238E27FC236}">
                  <a16:creationId xmlns:a16="http://schemas.microsoft.com/office/drawing/2014/main" id="{CA8A64E0-A7DB-4EB6-B636-61B6AE48B598}"/>
                </a:ext>
              </a:extLst>
            </p:cNvPr>
            <p:cNvSpPr/>
            <p:nvPr/>
          </p:nvSpPr>
          <p:spPr>
            <a:xfrm>
              <a:off x="10997586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2" name="Rectangle 67">
              <a:extLst>
                <a:ext uri="{FF2B5EF4-FFF2-40B4-BE49-F238E27FC236}">
                  <a16:creationId xmlns:a16="http://schemas.microsoft.com/office/drawing/2014/main" id="{84AADBEC-3ABF-40AC-B0AB-7D2E12D798E9}"/>
                </a:ext>
              </a:extLst>
            </p:cNvPr>
            <p:cNvSpPr/>
            <p:nvPr/>
          </p:nvSpPr>
          <p:spPr>
            <a:xfrm>
              <a:off x="10997586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3" name="Rectangle 68">
              <a:extLst>
                <a:ext uri="{FF2B5EF4-FFF2-40B4-BE49-F238E27FC236}">
                  <a16:creationId xmlns:a16="http://schemas.microsoft.com/office/drawing/2014/main" id="{11DD93F4-0D95-4C4F-AF46-B73378940FC2}"/>
                </a:ext>
              </a:extLst>
            </p:cNvPr>
            <p:cNvSpPr/>
            <p:nvPr/>
          </p:nvSpPr>
          <p:spPr>
            <a:xfrm>
              <a:off x="1128937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4" name="Rectangle 69">
              <a:extLst>
                <a:ext uri="{FF2B5EF4-FFF2-40B4-BE49-F238E27FC236}">
                  <a16:creationId xmlns:a16="http://schemas.microsoft.com/office/drawing/2014/main" id="{3E17D2CC-4908-44D7-A541-19AF8D0EF6E3}"/>
                </a:ext>
              </a:extLst>
            </p:cNvPr>
            <p:cNvSpPr/>
            <p:nvPr/>
          </p:nvSpPr>
          <p:spPr>
            <a:xfrm>
              <a:off x="1128937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5" name="Rectangle 70">
              <a:extLst>
                <a:ext uri="{FF2B5EF4-FFF2-40B4-BE49-F238E27FC236}">
                  <a16:creationId xmlns:a16="http://schemas.microsoft.com/office/drawing/2014/main" id="{4DC97981-21FE-4963-AA15-13F95670E05F}"/>
                </a:ext>
              </a:extLst>
            </p:cNvPr>
            <p:cNvSpPr/>
            <p:nvPr/>
          </p:nvSpPr>
          <p:spPr>
            <a:xfrm>
              <a:off x="11581153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6" name="Rectangle 71">
              <a:extLst>
                <a:ext uri="{FF2B5EF4-FFF2-40B4-BE49-F238E27FC236}">
                  <a16:creationId xmlns:a16="http://schemas.microsoft.com/office/drawing/2014/main" id="{4BBB6A5D-8674-47EC-BDDC-836A56CB9B69}"/>
                </a:ext>
              </a:extLst>
            </p:cNvPr>
            <p:cNvSpPr/>
            <p:nvPr/>
          </p:nvSpPr>
          <p:spPr>
            <a:xfrm>
              <a:off x="11581153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7" name="Rectangle 72">
              <a:extLst>
                <a:ext uri="{FF2B5EF4-FFF2-40B4-BE49-F238E27FC236}">
                  <a16:creationId xmlns:a16="http://schemas.microsoft.com/office/drawing/2014/main" id="{DA2FEAAB-70BB-4421-84D2-E9B62F2680EA}"/>
                </a:ext>
              </a:extLst>
            </p:cNvPr>
            <p:cNvSpPr/>
            <p:nvPr/>
          </p:nvSpPr>
          <p:spPr>
            <a:xfrm>
              <a:off x="11872936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8" name="Rectangle 73">
              <a:extLst>
                <a:ext uri="{FF2B5EF4-FFF2-40B4-BE49-F238E27FC236}">
                  <a16:creationId xmlns:a16="http://schemas.microsoft.com/office/drawing/2014/main" id="{32271AA6-17CD-4529-B550-6E4D2F4CD934}"/>
                </a:ext>
              </a:extLst>
            </p:cNvPr>
            <p:cNvSpPr/>
            <p:nvPr/>
          </p:nvSpPr>
          <p:spPr>
            <a:xfrm>
              <a:off x="11872936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59" name="Rectangle 74">
              <a:extLst>
                <a:ext uri="{FF2B5EF4-FFF2-40B4-BE49-F238E27FC236}">
                  <a16:creationId xmlns:a16="http://schemas.microsoft.com/office/drawing/2014/main" id="{A60B311A-34F1-4F88-872A-9A086E21D17A}"/>
                </a:ext>
              </a:extLst>
            </p:cNvPr>
            <p:cNvSpPr/>
            <p:nvPr/>
          </p:nvSpPr>
          <p:spPr>
            <a:xfrm>
              <a:off x="1216471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0" name="Rectangle 75">
              <a:extLst>
                <a:ext uri="{FF2B5EF4-FFF2-40B4-BE49-F238E27FC236}">
                  <a16:creationId xmlns:a16="http://schemas.microsoft.com/office/drawing/2014/main" id="{B3731B14-274F-49B2-ABF7-D4830689E3F6}"/>
                </a:ext>
              </a:extLst>
            </p:cNvPr>
            <p:cNvSpPr/>
            <p:nvPr/>
          </p:nvSpPr>
          <p:spPr>
            <a:xfrm>
              <a:off x="1216471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1" name="Rectangle 76">
              <a:extLst>
                <a:ext uri="{FF2B5EF4-FFF2-40B4-BE49-F238E27FC236}">
                  <a16:creationId xmlns:a16="http://schemas.microsoft.com/office/drawing/2014/main" id="{FF0D2A62-6262-4534-9B12-BA0BF51EE78E}"/>
                </a:ext>
              </a:extLst>
            </p:cNvPr>
            <p:cNvSpPr/>
            <p:nvPr/>
          </p:nvSpPr>
          <p:spPr>
            <a:xfrm>
              <a:off x="12456501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2" name="Rectangle 77">
              <a:extLst>
                <a:ext uri="{FF2B5EF4-FFF2-40B4-BE49-F238E27FC236}">
                  <a16:creationId xmlns:a16="http://schemas.microsoft.com/office/drawing/2014/main" id="{70A3E288-D490-49AC-8FFE-A0FCEA2327A6}"/>
                </a:ext>
              </a:extLst>
            </p:cNvPr>
            <p:cNvSpPr/>
            <p:nvPr/>
          </p:nvSpPr>
          <p:spPr>
            <a:xfrm>
              <a:off x="12456501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3" name="Rectangle 78">
              <a:extLst>
                <a:ext uri="{FF2B5EF4-FFF2-40B4-BE49-F238E27FC236}">
                  <a16:creationId xmlns:a16="http://schemas.microsoft.com/office/drawing/2014/main" id="{FD40FDE3-E898-46A3-B7C7-3672F923AD5B}"/>
                </a:ext>
              </a:extLst>
            </p:cNvPr>
            <p:cNvSpPr/>
            <p:nvPr/>
          </p:nvSpPr>
          <p:spPr>
            <a:xfrm>
              <a:off x="1274828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4" name="Rectangle 79">
              <a:extLst>
                <a:ext uri="{FF2B5EF4-FFF2-40B4-BE49-F238E27FC236}">
                  <a16:creationId xmlns:a16="http://schemas.microsoft.com/office/drawing/2014/main" id="{F0F96B07-2D95-411B-9A2D-79C4F19F0B02}"/>
                </a:ext>
              </a:extLst>
            </p:cNvPr>
            <p:cNvSpPr/>
            <p:nvPr/>
          </p:nvSpPr>
          <p:spPr>
            <a:xfrm>
              <a:off x="1274828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5" name="Rectangle 80">
              <a:extLst>
                <a:ext uri="{FF2B5EF4-FFF2-40B4-BE49-F238E27FC236}">
                  <a16:creationId xmlns:a16="http://schemas.microsoft.com/office/drawing/2014/main" id="{8C902D39-A70E-4D4A-9319-FFEA66CE65DF}"/>
                </a:ext>
              </a:extLst>
            </p:cNvPr>
            <p:cNvSpPr/>
            <p:nvPr/>
          </p:nvSpPr>
          <p:spPr>
            <a:xfrm>
              <a:off x="1304006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6" name="Rectangle 81">
              <a:extLst>
                <a:ext uri="{FF2B5EF4-FFF2-40B4-BE49-F238E27FC236}">
                  <a16:creationId xmlns:a16="http://schemas.microsoft.com/office/drawing/2014/main" id="{DB6058BB-C4A3-4A83-AE79-449FEFDA7624}"/>
                </a:ext>
              </a:extLst>
            </p:cNvPr>
            <p:cNvSpPr/>
            <p:nvPr/>
          </p:nvSpPr>
          <p:spPr>
            <a:xfrm>
              <a:off x="1304006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7" name="Rectangle 82">
              <a:extLst>
                <a:ext uri="{FF2B5EF4-FFF2-40B4-BE49-F238E27FC236}">
                  <a16:creationId xmlns:a16="http://schemas.microsoft.com/office/drawing/2014/main" id="{729F0C07-9611-4497-9759-3254EE560290}"/>
                </a:ext>
              </a:extLst>
            </p:cNvPr>
            <p:cNvSpPr/>
            <p:nvPr/>
          </p:nvSpPr>
          <p:spPr>
            <a:xfrm>
              <a:off x="1333185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8" name="Rectangle 83">
              <a:extLst>
                <a:ext uri="{FF2B5EF4-FFF2-40B4-BE49-F238E27FC236}">
                  <a16:creationId xmlns:a16="http://schemas.microsoft.com/office/drawing/2014/main" id="{9814F445-6687-42D1-BEE3-6DA9027B1731}"/>
                </a:ext>
              </a:extLst>
            </p:cNvPr>
            <p:cNvSpPr/>
            <p:nvPr/>
          </p:nvSpPr>
          <p:spPr>
            <a:xfrm>
              <a:off x="1333185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69" name="Rectangle 84">
              <a:extLst>
                <a:ext uri="{FF2B5EF4-FFF2-40B4-BE49-F238E27FC236}">
                  <a16:creationId xmlns:a16="http://schemas.microsoft.com/office/drawing/2014/main" id="{F5155001-82CE-4245-B5A2-4539D15E08A8}"/>
                </a:ext>
              </a:extLst>
            </p:cNvPr>
            <p:cNvSpPr/>
            <p:nvPr/>
          </p:nvSpPr>
          <p:spPr>
            <a:xfrm>
              <a:off x="13623633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0" name="Rectangle 85">
              <a:extLst>
                <a:ext uri="{FF2B5EF4-FFF2-40B4-BE49-F238E27FC236}">
                  <a16:creationId xmlns:a16="http://schemas.microsoft.com/office/drawing/2014/main" id="{D3DF44C9-E565-4ABE-A7E3-D730780494D7}"/>
                </a:ext>
              </a:extLst>
            </p:cNvPr>
            <p:cNvSpPr/>
            <p:nvPr/>
          </p:nvSpPr>
          <p:spPr>
            <a:xfrm>
              <a:off x="13623633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1" name="Rectangle 86">
              <a:extLst>
                <a:ext uri="{FF2B5EF4-FFF2-40B4-BE49-F238E27FC236}">
                  <a16:creationId xmlns:a16="http://schemas.microsoft.com/office/drawing/2014/main" id="{C8D1F7B8-0D90-4F40-B3DC-32B8BD3598A0}"/>
                </a:ext>
              </a:extLst>
            </p:cNvPr>
            <p:cNvSpPr/>
            <p:nvPr/>
          </p:nvSpPr>
          <p:spPr>
            <a:xfrm>
              <a:off x="1391541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2" name="Rectangle 87">
              <a:extLst>
                <a:ext uri="{FF2B5EF4-FFF2-40B4-BE49-F238E27FC236}">
                  <a16:creationId xmlns:a16="http://schemas.microsoft.com/office/drawing/2014/main" id="{42BFB0AB-677A-4F96-B693-12E5B07CBD00}"/>
                </a:ext>
              </a:extLst>
            </p:cNvPr>
            <p:cNvSpPr/>
            <p:nvPr/>
          </p:nvSpPr>
          <p:spPr>
            <a:xfrm>
              <a:off x="1391541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3" name="Rectangle 88">
              <a:extLst>
                <a:ext uri="{FF2B5EF4-FFF2-40B4-BE49-F238E27FC236}">
                  <a16:creationId xmlns:a16="http://schemas.microsoft.com/office/drawing/2014/main" id="{46BA340F-2563-455B-9363-61E842A9AD97}"/>
                </a:ext>
              </a:extLst>
            </p:cNvPr>
            <p:cNvSpPr/>
            <p:nvPr/>
          </p:nvSpPr>
          <p:spPr>
            <a:xfrm>
              <a:off x="1420720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4" name="Rectangle 89">
              <a:extLst>
                <a:ext uri="{FF2B5EF4-FFF2-40B4-BE49-F238E27FC236}">
                  <a16:creationId xmlns:a16="http://schemas.microsoft.com/office/drawing/2014/main" id="{183682AA-7E30-4CF5-9C3A-4F4AF9D62F0E}"/>
                </a:ext>
              </a:extLst>
            </p:cNvPr>
            <p:cNvSpPr/>
            <p:nvPr/>
          </p:nvSpPr>
          <p:spPr>
            <a:xfrm>
              <a:off x="1420720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5" name="Rectangle 90">
              <a:extLst>
                <a:ext uri="{FF2B5EF4-FFF2-40B4-BE49-F238E27FC236}">
                  <a16:creationId xmlns:a16="http://schemas.microsoft.com/office/drawing/2014/main" id="{51AB533E-43BD-497A-BACF-E886004D8614}"/>
                </a:ext>
              </a:extLst>
            </p:cNvPr>
            <p:cNvSpPr/>
            <p:nvPr/>
          </p:nvSpPr>
          <p:spPr>
            <a:xfrm>
              <a:off x="1449898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6" name="Rectangle 91">
              <a:extLst>
                <a:ext uri="{FF2B5EF4-FFF2-40B4-BE49-F238E27FC236}">
                  <a16:creationId xmlns:a16="http://schemas.microsoft.com/office/drawing/2014/main" id="{BA7F5A8B-C1DA-4011-8266-B09F3AFBA17F}"/>
                </a:ext>
              </a:extLst>
            </p:cNvPr>
            <p:cNvSpPr/>
            <p:nvPr/>
          </p:nvSpPr>
          <p:spPr>
            <a:xfrm>
              <a:off x="1449898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7" name="Rectangle 92">
              <a:extLst>
                <a:ext uri="{FF2B5EF4-FFF2-40B4-BE49-F238E27FC236}">
                  <a16:creationId xmlns:a16="http://schemas.microsoft.com/office/drawing/2014/main" id="{492FD983-1E81-40CB-9771-AC40CF10DBFE}"/>
                </a:ext>
              </a:extLst>
            </p:cNvPr>
            <p:cNvSpPr/>
            <p:nvPr/>
          </p:nvSpPr>
          <p:spPr>
            <a:xfrm>
              <a:off x="1479076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8" name="Rectangle 93">
              <a:extLst>
                <a:ext uri="{FF2B5EF4-FFF2-40B4-BE49-F238E27FC236}">
                  <a16:creationId xmlns:a16="http://schemas.microsoft.com/office/drawing/2014/main" id="{5ABDD702-7616-4887-83EB-0C438992A034}"/>
                </a:ext>
              </a:extLst>
            </p:cNvPr>
            <p:cNvSpPr/>
            <p:nvPr/>
          </p:nvSpPr>
          <p:spPr>
            <a:xfrm>
              <a:off x="1479076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79" name="Rectangle 94">
              <a:extLst>
                <a:ext uri="{FF2B5EF4-FFF2-40B4-BE49-F238E27FC236}">
                  <a16:creationId xmlns:a16="http://schemas.microsoft.com/office/drawing/2014/main" id="{A661F5B7-7277-4D86-B5AE-CE1960D37793}"/>
                </a:ext>
              </a:extLst>
            </p:cNvPr>
            <p:cNvSpPr/>
            <p:nvPr/>
          </p:nvSpPr>
          <p:spPr>
            <a:xfrm>
              <a:off x="1508254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0" name="Rectangle 95">
              <a:extLst>
                <a:ext uri="{FF2B5EF4-FFF2-40B4-BE49-F238E27FC236}">
                  <a16:creationId xmlns:a16="http://schemas.microsoft.com/office/drawing/2014/main" id="{8F5FC777-FCB1-403F-A052-9359916BF664}"/>
                </a:ext>
              </a:extLst>
            </p:cNvPr>
            <p:cNvSpPr/>
            <p:nvPr/>
          </p:nvSpPr>
          <p:spPr>
            <a:xfrm>
              <a:off x="1508254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1" name="Rectangle 96">
              <a:extLst>
                <a:ext uri="{FF2B5EF4-FFF2-40B4-BE49-F238E27FC236}">
                  <a16:creationId xmlns:a16="http://schemas.microsoft.com/office/drawing/2014/main" id="{A451D392-C388-42A4-A812-288AB98CFB3A}"/>
                </a:ext>
              </a:extLst>
            </p:cNvPr>
            <p:cNvSpPr/>
            <p:nvPr/>
          </p:nvSpPr>
          <p:spPr>
            <a:xfrm>
              <a:off x="1537433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2" name="Rectangle 97">
              <a:extLst>
                <a:ext uri="{FF2B5EF4-FFF2-40B4-BE49-F238E27FC236}">
                  <a16:creationId xmlns:a16="http://schemas.microsoft.com/office/drawing/2014/main" id="{EAC1B6FD-EA98-463B-ABBB-15AFD42822B5}"/>
                </a:ext>
              </a:extLst>
            </p:cNvPr>
            <p:cNvSpPr/>
            <p:nvPr/>
          </p:nvSpPr>
          <p:spPr>
            <a:xfrm>
              <a:off x="1537433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3" name="Rectangle 98">
              <a:extLst>
                <a:ext uri="{FF2B5EF4-FFF2-40B4-BE49-F238E27FC236}">
                  <a16:creationId xmlns:a16="http://schemas.microsoft.com/office/drawing/2014/main" id="{24BB570C-5A71-442D-9EED-92A3B9C7C9B3}"/>
                </a:ext>
              </a:extLst>
            </p:cNvPr>
            <p:cNvSpPr/>
            <p:nvPr/>
          </p:nvSpPr>
          <p:spPr>
            <a:xfrm>
              <a:off x="1566611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4" name="Rectangle 99">
              <a:extLst>
                <a:ext uri="{FF2B5EF4-FFF2-40B4-BE49-F238E27FC236}">
                  <a16:creationId xmlns:a16="http://schemas.microsoft.com/office/drawing/2014/main" id="{7BE253FC-2E52-4161-88F8-A3DAE7527162}"/>
                </a:ext>
              </a:extLst>
            </p:cNvPr>
            <p:cNvSpPr/>
            <p:nvPr/>
          </p:nvSpPr>
          <p:spPr>
            <a:xfrm>
              <a:off x="1566611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5" name="Rectangle 100">
              <a:extLst>
                <a:ext uri="{FF2B5EF4-FFF2-40B4-BE49-F238E27FC236}">
                  <a16:creationId xmlns:a16="http://schemas.microsoft.com/office/drawing/2014/main" id="{A86274C9-2216-4B6C-B6C1-64613DC90489}"/>
                </a:ext>
              </a:extLst>
            </p:cNvPr>
            <p:cNvSpPr/>
            <p:nvPr/>
          </p:nvSpPr>
          <p:spPr>
            <a:xfrm>
              <a:off x="15957897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6" name="Rectangle 101">
              <a:extLst>
                <a:ext uri="{FF2B5EF4-FFF2-40B4-BE49-F238E27FC236}">
                  <a16:creationId xmlns:a16="http://schemas.microsoft.com/office/drawing/2014/main" id="{8822D075-4251-4E6F-998C-1EA48DF3F068}"/>
                </a:ext>
              </a:extLst>
            </p:cNvPr>
            <p:cNvSpPr/>
            <p:nvPr/>
          </p:nvSpPr>
          <p:spPr>
            <a:xfrm>
              <a:off x="15957897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7" name="Rectangle 102">
              <a:extLst>
                <a:ext uri="{FF2B5EF4-FFF2-40B4-BE49-F238E27FC236}">
                  <a16:creationId xmlns:a16="http://schemas.microsoft.com/office/drawing/2014/main" id="{C0391E6E-7CAD-497D-8AE1-2BE2A090B53F}"/>
                </a:ext>
              </a:extLst>
            </p:cNvPr>
            <p:cNvSpPr/>
            <p:nvPr/>
          </p:nvSpPr>
          <p:spPr>
            <a:xfrm>
              <a:off x="1624968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8" name="Rectangle 103">
              <a:extLst>
                <a:ext uri="{FF2B5EF4-FFF2-40B4-BE49-F238E27FC236}">
                  <a16:creationId xmlns:a16="http://schemas.microsoft.com/office/drawing/2014/main" id="{C533B258-9452-46D3-8DBB-B6E32ED11847}"/>
                </a:ext>
              </a:extLst>
            </p:cNvPr>
            <p:cNvSpPr/>
            <p:nvPr/>
          </p:nvSpPr>
          <p:spPr>
            <a:xfrm>
              <a:off x="1624968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89" name="Rectangle 104">
              <a:extLst>
                <a:ext uri="{FF2B5EF4-FFF2-40B4-BE49-F238E27FC236}">
                  <a16:creationId xmlns:a16="http://schemas.microsoft.com/office/drawing/2014/main" id="{DFE41BAB-8E9B-4A71-9EE1-5AEB536FE85E}"/>
                </a:ext>
              </a:extLst>
            </p:cNvPr>
            <p:cNvSpPr/>
            <p:nvPr/>
          </p:nvSpPr>
          <p:spPr>
            <a:xfrm>
              <a:off x="1654146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0" name="Rectangle 105">
              <a:extLst>
                <a:ext uri="{FF2B5EF4-FFF2-40B4-BE49-F238E27FC236}">
                  <a16:creationId xmlns:a16="http://schemas.microsoft.com/office/drawing/2014/main" id="{C8F17F84-A4BB-4EFD-8BB9-DA3FC63F0C81}"/>
                </a:ext>
              </a:extLst>
            </p:cNvPr>
            <p:cNvSpPr/>
            <p:nvPr/>
          </p:nvSpPr>
          <p:spPr>
            <a:xfrm>
              <a:off x="1654146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1" name="Rectangle 106">
              <a:extLst>
                <a:ext uri="{FF2B5EF4-FFF2-40B4-BE49-F238E27FC236}">
                  <a16:creationId xmlns:a16="http://schemas.microsoft.com/office/drawing/2014/main" id="{A51FB6FE-D750-4B67-A55B-E1E2DB704E73}"/>
                </a:ext>
              </a:extLst>
            </p:cNvPr>
            <p:cNvSpPr/>
            <p:nvPr/>
          </p:nvSpPr>
          <p:spPr>
            <a:xfrm>
              <a:off x="1683324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2" name="Rectangle 107">
              <a:extLst>
                <a:ext uri="{FF2B5EF4-FFF2-40B4-BE49-F238E27FC236}">
                  <a16:creationId xmlns:a16="http://schemas.microsoft.com/office/drawing/2014/main" id="{D6E6374D-739A-49C3-9C4E-1203D02B83AA}"/>
                </a:ext>
              </a:extLst>
            </p:cNvPr>
            <p:cNvSpPr/>
            <p:nvPr/>
          </p:nvSpPr>
          <p:spPr>
            <a:xfrm>
              <a:off x="1683324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3" name="Rectangle 108">
              <a:extLst>
                <a:ext uri="{FF2B5EF4-FFF2-40B4-BE49-F238E27FC236}">
                  <a16:creationId xmlns:a16="http://schemas.microsoft.com/office/drawing/2014/main" id="{1CFD2140-22E4-49FD-BF7A-382633E8E5AA}"/>
                </a:ext>
              </a:extLst>
            </p:cNvPr>
            <p:cNvSpPr/>
            <p:nvPr/>
          </p:nvSpPr>
          <p:spPr>
            <a:xfrm>
              <a:off x="17125029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4" name="Rectangle 109">
              <a:extLst>
                <a:ext uri="{FF2B5EF4-FFF2-40B4-BE49-F238E27FC236}">
                  <a16:creationId xmlns:a16="http://schemas.microsoft.com/office/drawing/2014/main" id="{D95390E4-11E3-4A09-B567-7F491DE5530E}"/>
                </a:ext>
              </a:extLst>
            </p:cNvPr>
            <p:cNvSpPr/>
            <p:nvPr/>
          </p:nvSpPr>
          <p:spPr>
            <a:xfrm>
              <a:off x="17125029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5" name="Rectangle 110">
              <a:extLst>
                <a:ext uri="{FF2B5EF4-FFF2-40B4-BE49-F238E27FC236}">
                  <a16:creationId xmlns:a16="http://schemas.microsoft.com/office/drawing/2014/main" id="{29EBDCC0-6260-4A92-83B2-D060AF570C42}"/>
                </a:ext>
              </a:extLst>
            </p:cNvPr>
            <p:cNvSpPr/>
            <p:nvPr/>
          </p:nvSpPr>
          <p:spPr>
            <a:xfrm>
              <a:off x="1741681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6" name="Rectangle 111">
              <a:extLst>
                <a:ext uri="{FF2B5EF4-FFF2-40B4-BE49-F238E27FC236}">
                  <a16:creationId xmlns:a16="http://schemas.microsoft.com/office/drawing/2014/main" id="{24B10DEB-72E0-4F43-A833-57998725A78C}"/>
                </a:ext>
              </a:extLst>
            </p:cNvPr>
            <p:cNvSpPr/>
            <p:nvPr/>
          </p:nvSpPr>
          <p:spPr>
            <a:xfrm>
              <a:off x="1741681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7" name="Rectangle 112">
              <a:extLst>
                <a:ext uri="{FF2B5EF4-FFF2-40B4-BE49-F238E27FC236}">
                  <a16:creationId xmlns:a16="http://schemas.microsoft.com/office/drawing/2014/main" id="{1EA462A1-4DC4-4E16-AE26-2DB07271EF1C}"/>
                </a:ext>
              </a:extLst>
            </p:cNvPr>
            <p:cNvSpPr/>
            <p:nvPr/>
          </p:nvSpPr>
          <p:spPr>
            <a:xfrm>
              <a:off x="1770859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8" name="Rectangle 113">
              <a:extLst>
                <a:ext uri="{FF2B5EF4-FFF2-40B4-BE49-F238E27FC236}">
                  <a16:creationId xmlns:a16="http://schemas.microsoft.com/office/drawing/2014/main" id="{D9A04946-E59B-4F0F-BF4B-3EEB1FFFC5F7}"/>
                </a:ext>
              </a:extLst>
            </p:cNvPr>
            <p:cNvSpPr/>
            <p:nvPr/>
          </p:nvSpPr>
          <p:spPr>
            <a:xfrm>
              <a:off x="1770859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399" name="Rectangle 114">
              <a:extLst>
                <a:ext uri="{FF2B5EF4-FFF2-40B4-BE49-F238E27FC236}">
                  <a16:creationId xmlns:a16="http://schemas.microsoft.com/office/drawing/2014/main" id="{A78D7033-0609-459E-AB28-39FC43383C53}"/>
                </a:ext>
              </a:extLst>
            </p:cNvPr>
            <p:cNvSpPr/>
            <p:nvPr/>
          </p:nvSpPr>
          <p:spPr>
            <a:xfrm>
              <a:off x="18000377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0" name="Rectangle 115">
              <a:extLst>
                <a:ext uri="{FF2B5EF4-FFF2-40B4-BE49-F238E27FC236}">
                  <a16:creationId xmlns:a16="http://schemas.microsoft.com/office/drawing/2014/main" id="{B87C6A75-4E88-4265-8147-F562DA5AE83D}"/>
                </a:ext>
              </a:extLst>
            </p:cNvPr>
            <p:cNvSpPr/>
            <p:nvPr/>
          </p:nvSpPr>
          <p:spPr>
            <a:xfrm>
              <a:off x="18000377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1" name="Rectangle 116">
              <a:extLst>
                <a:ext uri="{FF2B5EF4-FFF2-40B4-BE49-F238E27FC236}">
                  <a16:creationId xmlns:a16="http://schemas.microsoft.com/office/drawing/2014/main" id="{DAD60F7A-F0D4-4F39-BC27-2552174A0753}"/>
                </a:ext>
              </a:extLst>
            </p:cNvPr>
            <p:cNvSpPr/>
            <p:nvPr/>
          </p:nvSpPr>
          <p:spPr>
            <a:xfrm>
              <a:off x="18292159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2" name="Rectangle 117">
              <a:extLst>
                <a:ext uri="{FF2B5EF4-FFF2-40B4-BE49-F238E27FC236}">
                  <a16:creationId xmlns:a16="http://schemas.microsoft.com/office/drawing/2014/main" id="{136BE371-AC4E-4A1D-954C-5F29E22C455E}"/>
                </a:ext>
              </a:extLst>
            </p:cNvPr>
            <p:cNvSpPr/>
            <p:nvPr/>
          </p:nvSpPr>
          <p:spPr>
            <a:xfrm>
              <a:off x="18292159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3" name="Rectangle 118">
              <a:extLst>
                <a:ext uri="{FF2B5EF4-FFF2-40B4-BE49-F238E27FC236}">
                  <a16:creationId xmlns:a16="http://schemas.microsoft.com/office/drawing/2014/main" id="{D5694BD8-2DBF-4F1D-9EA0-0869F319D3FA}"/>
                </a:ext>
              </a:extLst>
            </p:cNvPr>
            <p:cNvSpPr/>
            <p:nvPr/>
          </p:nvSpPr>
          <p:spPr>
            <a:xfrm>
              <a:off x="1858394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4" name="Rectangle 119">
              <a:extLst>
                <a:ext uri="{FF2B5EF4-FFF2-40B4-BE49-F238E27FC236}">
                  <a16:creationId xmlns:a16="http://schemas.microsoft.com/office/drawing/2014/main" id="{F871DE93-6821-4D88-A492-50B471001DAF}"/>
                </a:ext>
              </a:extLst>
            </p:cNvPr>
            <p:cNvSpPr/>
            <p:nvPr/>
          </p:nvSpPr>
          <p:spPr>
            <a:xfrm>
              <a:off x="1858394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5" name="Rectangle 120">
              <a:extLst>
                <a:ext uri="{FF2B5EF4-FFF2-40B4-BE49-F238E27FC236}">
                  <a16:creationId xmlns:a16="http://schemas.microsoft.com/office/drawing/2014/main" id="{3F8F1AD5-0935-4EBF-905C-FA09AC6DA48D}"/>
                </a:ext>
              </a:extLst>
            </p:cNvPr>
            <p:cNvSpPr/>
            <p:nvPr/>
          </p:nvSpPr>
          <p:spPr>
            <a:xfrm>
              <a:off x="18875726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6" name="Rectangle 121">
              <a:extLst>
                <a:ext uri="{FF2B5EF4-FFF2-40B4-BE49-F238E27FC236}">
                  <a16:creationId xmlns:a16="http://schemas.microsoft.com/office/drawing/2014/main" id="{0B5401C9-50FA-4DD0-B266-2C4C715CBB8F}"/>
                </a:ext>
              </a:extLst>
            </p:cNvPr>
            <p:cNvSpPr/>
            <p:nvPr/>
          </p:nvSpPr>
          <p:spPr>
            <a:xfrm>
              <a:off x="18875726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7" name="Rectangle 122">
              <a:extLst>
                <a:ext uri="{FF2B5EF4-FFF2-40B4-BE49-F238E27FC236}">
                  <a16:creationId xmlns:a16="http://schemas.microsoft.com/office/drawing/2014/main" id="{722BC663-DC8D-481D-955F-0F1CD4831971}"/>
                </a:ext>
              </a:extLst>
            </p:cNvPr>
            <p:cNvSpPr/>
            <p:nvPr/>
          </p:nvSpPr>
          <p:spPr>
            <a:xfrm>
              <a:off x="19167509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8" name="Rectangle 123">
              <a:extLst>
                <a:ext uri="{FF2B5EF4-FFF2-40B4-BE49-F238E27FC236}">
                  <a16:creationId xmlns:a16="http://schemas.microsoft.com/office/drawing/2014/main" id="{48339CB8-9E00-49F6-AAEC-1AD6A9AF4577}"/>
                </a:ext>
              </a:extLst>
            </p:cNvPr>
            <p:cNvSpPr/>
            <p:nvPr/>
          </p:nvSpPr>
          <p:spPr>
            <a:xfrm>
              <a:off x="19167509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09" name="Rectangle 124">
              <a:extLst>
                <a:ext uri="{FF2B5EF4-FFF2-40B4-BE49-F238E27FC236}">
                  <a16:creationId xmlns:a16="http://schemas.microsoft.com/office/drawing/2014/main" id="{9CCB8C25-27B5-42B4-8D58-D4E3BC3EE1FA}"/>
                </a:ext>
              </a:extLst>
            </p:cNvPr>
            <p:cNvSpPr/>
            <p:nvPr/>
          </p:nvSpPr>
          <p:spPr>
            <a:xfrm>
              <a:off x="19459291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0" name="Rectangle 125">
              <a:extLst>
                <a:ext uri="{FF2B5EF4-FFF2-40B4-BE49-F238E27FC236}">
                  <a16:creationId xmlns:a16="http://schemas.microsoft.com/office/drawing/2014/main" id="{7987DADE-74E7-44E8-AF39-555DAB968125}"/>
                </a:ext>
              </a:extLst>
            </p:cNvPr>
            <p:cNvSpPr/>
            <p:nvPr/>
          </p:nvSpPr>
          <p:spPr>
            <a:xfrm>
              <a:off x="19459291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1" name="Rectangle 126">
              <a:extLst>
                <a:ext uri="{FF2B5EF4-FFF2-40B4-BE49-F238E27FC236}">
                  <a16:creationId xmlns:a16="http://schemas.microsoft.com/office/drawing/2014/main" id="{CC7B7876-1B41-4146-8D3D-98E96F65989A}"/>
                </a:ext>
              </a:extLst>
            </p:cNvPr>
            <p:cNvSpPr/>
            <p:nvPr/>
          </p:nvSpPr>
          <p:spPr>
            <a:xfrm>
              <a:off x="19751074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2" name="Rectangle 127">
              <a:extLst>
                <a:ext uri="{FF2B5EF4-FFF2-40B4-BE49-F238E27FC236}">
                  <a16:creationId xmlns:a16="http://schemas.microsoft.com/office/drawing/2014/main" id="{914CAEE5-57D5-455C-81F8-1987E537BBFC}"/>
                </a:ext>
              </a:extLst>
            </p:cNvPr>
            <p:cNvSpPr/>
            <p:nvPr/>
          </p:nvSpPr>
          <p:spPr>
            <a:xfrm>
              <a:off x="19751074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3" name="Rectangle 128">
              <a:extLst>
                <a:ext uri="{FF2B5EF4-FFF2-40B4-BE49-F238E27FC236}">
                  <a16:creationId xmlns:a16="http://schemas.microsoft.com/office/drawing/2014/main" id="{C2DA422F-EC99-4136-B255-0D985B9EE5A1}"/>
                </a:ext>
              </a:extLst>
            </p:cNvPr>
            <p:cNvSpPr/>
            <p:nvPr/>
          </p:nvSpPr>
          <p:spPr>
            <a:xfrm>
              <a:off x="2004285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4" name="Rectangle 129">
              <a:extLst>
                <a:ext uri="{FF2B5EF4-FFF2-40B4-BE49-F238E27FC236}">
                  <a16:creationId xmlns:a16="http://schemas.microsoft.com/office/drawing/2014/main" id="{E7B2D211-A95C-42BC-B29D-8246F57B6BE6}"/>
                </a:ext>
              </a:extLst>
            </p:cNvPr>
            <p:cNvSpPr/>
            <p:nvPr/>
          </p:nvSpPr>
          <p:spPr>
            <a:xfrm>
              <a:off x="2004285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5" name="Rectangle 130">
              <a:extLst>
                <a:ext uri="{FF2B5EF4-FFF2-40B4-BE49-F238E27FC236}">
                  <a16:creationId xmlns:a16="http://schemas.microsoft.com/office/drawing/2014/main" id="{62E64FF6-2090-4A81-9259-042AAE9DC6ED}"/>
                </a:ext>
              </a:extLst>
            </p:cNvPr>
            <p:cNvSpPr/>
            <p:nvPr/>
          </p:nvSpPr>
          <p:spPr>
            <a:xfrm>
              <a:off x="20334641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6" name="Rectangle 131">
              <a:extLst>
                <a:ext uri="{FF2B5EF4-FFF2-40B4-BE49-F238E27FC236}">
                  <a16:creationId xmlns:a16="http://schemas.microsoft.com/office/drawing/2014/main" id="{97BF7CD7-8A19-45F2-9EEF-F697E70932F4}"/>
                </a:ext>
              </a:extLst>
            </p:cNvPr>
            <p:cNvSpPr/>
            <p:nvPr/>
          </p:nvSpPr>
          <p:spPr>
            <a:xfrm>
              <a:off x="20334641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7" name="Rectangle 132">
              <a:extLst>
                <a:ext uri="{FF2B5EF4-FFF2-40B4-BE49-F238E27FC236}">
                  <a16:creationId xmlns:a16="http://schemas.microsoft.com/office/drawing/2014/main" id="{C5810107-4A51-496F-A95E-559E4F98C730}"/>
                </a:ext>
              </a:extLst>
            </p:cNvPr>
            <p:cNvSpPr/>
            <p:nvPr/>
          </p:nvSpPr>
          <p:spPr>
            <a:xfrm>
              <a:off x="20626423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8" name="Rectangle 133">
              <a:extLst>
                <a:ext uri="{FF2B5EF4-FFF2-40B4-BE49-F238E27FC236}">
                  <a16:creationId xmlns:a16="http://schemas.microsoft.com/office/drawing/2014/main" id="{48544088-0050-4D4C-90FB-309EA094B757}"/>
                </a:ext>
              </a:extLst>
            </p:cNvPr>
            <p:cNvSpPr/>
            <p:nvPr/>
          </p:nvSpPr>
          <p:spPr>
            <a:xfrm>
              <a:off x="20626423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19" name="Rectangle 134">
              <a:extLst>
                <a:ext uri="{FF2B5EF4-FFF2-40B4-BE49-F238E27FC236}">
                  <a16:creationId xmlns:a16="http://schemas.microsoft.com/office/drawing/2014/main" id="{C9D4B1B5-F2CB-4A38-87A6-B336C7EA426A}"/>
                </a:ext>
              </a:extLst>
            </p:cNvPr>
            <p:cNvSpPr/>
            <p:nvPr/>
          </p:nvSpPr>
          <p:spPr>
            <a:xfrm>
              <a:off x="20918206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0" name="Rectangle 135">
              <a:extLst>
                <a:ext uri="{FF2B5EF4-FFF2-40B4-BE49-F238E27FC236}">
                  <a16:creationId xmlns:a16="http://schemas.microsoft.com/office/drawing/2014/main" id="{3A4FE44F-A02A-42C6-995B-D4633FE840CA}"/>
                </a:ext>
              </a:extLst>
            </p:cNvPr>
            <p:cNvSpPr/>
            <p:nvPr/>
          </p:nvSpPr>
          <p:spPr>
            <a:xfrm>
              <a:off x="20918206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1" name="Rectangle 136">
              <a:extLst>
                <a:ext uri="{FF2B5EF4-FFF2-40B4-BE49-F238E27FC236}">
                  <a16:creationId xmlns:a16="http://schemas.microsoft.com/office/drawing/2014/main" id="{122B12E0-5819-494C-AF3A-778D217E6162}"/>
                </a:ext>
              </a:extLst>
            </p:cNvPr>
            <p:cNvSpPr/>
            <p:nvPr/>
          </p:nvSpPr>
          <p:spPr>
            <a:xfrm>
              <a:off x="21209989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2" name="Rectangle 137">
              <a:extLst>
                <a:ext uri="{FF2B5EF4-FFF2-40B4-BE49-F238E27FC236}">
                  <a16:creationId xmlns:a16="http://schemas.microsoft.com/office/drawing/2014/main" id="{FCBE984B-BB74-452D-A3EA-1A9EA79601B0}"/>
                </a:ext>
              </a:extLst>
            </p:cNvPr>
            <p:cNvSpPr/>
            <p:nvPr/>
          </p:nvSpPr>
          <p:spPr>
            <a:xfrm>
              <a:off x="21209989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3" name="Rectangle 138">
              <a:extLst>
                <a:ext uri="{FF2B5EF4-FFF2-40B4-BE49-F238E27FC236}">
                  <a16:creationId xmlns:a16="http://schemas.microsoft.com/office/drawing/2014/main" id="{E23EED17-D148-4CB5-A3CF-3BD574496AAB}"/>
                </a:ext>
              </a:extLst>
            </p:cNvPr>
            <p:cNvSpPr/>
            <p:nvPr/>
          </p:nvSpPr>
          <p:spPr>
            <a:xfrm>
              <a:off x="21501773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4" name="Rectangle 139">
              <a:extLst>
                <a:ext uri="{FF2B5EF4-FFF2-40B4-BE49-F238E27FC236}">
                  <a16:creationId xmlns:a16="http://schemas.microsoft.com/office/drawing/2014/main" id="{502456A5-1CCE-4404-A238-5231CBBF6D50}"/>
                </a:ext>
              </a:extLst>
            </p:cNvPr>
            <p:cNvSpPr/>
            <p:nvPr/>
          </p:nvSpPr>
          <p:spPr>
            <a:xfrm>
              <a:off x="21501773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5" name="Rectangle 140">
              <a:extLst>
                <a:ext uri="{FF2B5EF4-FFF2-40B4-BE49-F238E27FC236}">
                  <a16:creationId xmlns:a16="http://schemas.microsoft.com/office/drawing/2014/main" id="{27756B4B-C752-4048-83BC-99F3A9935859}"/>
                </a:ext>
              </a:extLst>
            </p:cNvPr>
            <p:cNvSpPr/>
            <p:nvPr/>
          </p:nvSpPr>
          <p:spPr>
            <a:xfrm>
              <a:off x="2179355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6" name="Rectangle 141">
              <a:extLst>
                <a:ext uri="{FF2B5EF4-FFF2-40B4-BE49-F238E27FC236}">
                  <a16:creationId xmlns:a16="http://schemas.microsoft.com/office/drawing/2014/main" id="{CEF4745E-67F7-448A-946B-E4682DF36308}"/>
                </a:ext>
              </a:extLst>
            </p:cNvPr>
            <p:cNvSpPr/>
            <p:nvPr/>
          </p:nvSpPr>
          <p:spPr>
            <a:xfrm>
              <a:off x="2179355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7" name="Rectangle 142">
              <a:extLst>
                <a:ext uri="{FF2B5EF4-FFF2-40B4-BE49-F238E27FC236}">
                  <a16:creationId xmlns:a16="http://schemas.microsoft.com/office/drawing/2014/main" id="{740E8F26-9E6D-4491-BF16-264807A38C35}"/>
                </a:ext>
              </a:extLst>
            </p:cNvPr>
            <p:cNvSpPr/>
            <p:nvPr/>
          </p:nvSpPr>
          <p:spPr>
            <a:xfrm>
              <a:off x="2208533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8" name="Rectangle 143">
              <a:extLst>
                <a:ext uri="{FF2B5EF4-FFF2-40B4-BE49-F238E27FC236}">
                  <a16:creationId xmlns:a16="http://schemas.microsoft.com/office/drawing/2014/main" id="{3D2B1790-0F28-46E2-9335-85B6B988F82B}"/>
                </a:ext>
              </a:extLst>
            </p:cNvPr>
            <p:cNvSpPr/>
            <p:nvPr/>
          </p:nvSpPr>
          <p:spPr>
            <a:xfrm>
              <a:off x="2208533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29" name="Rectangle 144">
              <a:extLst>
                <a:ext uri="{FF2B5EF4-FFF2-40B4-BE49-F238E27FC236}">
                  <a16:creationId xmlns:a16="http://schemas.microsoft.com/office/drawing/2014/main" id="{507B130E-36CB-48B2-8225-42582C3DD25B}"/>
                </a:ext>
              </a:extLst>
            </p:cNvPr>
            <p:cNvSpPr/>
            <p:nvPr/>
          </p:nvSpPr>
          <p:spPr>
            <a:xfrm>
              <a:off x="22377121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0" name="Rectangle 145">
              <a:extLst>
                <a:ext uri="{FF2B5EF4-FFF2-40B4-BE49-F238E27FC236}">
                  <a16:creationId xmlns:a16="http://schemas.microsoft.com/office/drawing/2014/main" id="{2D66DCD4-B4A4-4F76-A074-8AE4F45B20B2}"/>
                </a:ext>
              </a:extLst>
            </p:cNvPr>
            <p:cNvSpPr/>
            <p:nvPr/>
          </p:nvSpPr>
          <p:spPr>
            <a:xfrm>
              <a:off x="22377121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1" name="Rectangle 146">
              <a:extLst>
                <a:ext uri="{FF2B5EF4-FFF2-40B4-BE49-F238E27FC236}">
                  <a16:creationId xmlns:a16="http://schemas.microsoft.com/office/drawing/2014/main" id="{50D9867C-DC71-4EC9-BAE2-F8F7EDB29F91}"/>
                </a:ext>
              </a:extLst>
            </p:cNvPr>
            <p:cNvSpPr/>
            <p:nvPr/>
          </p:nvSpPr>
          <p:spPr>
            <a:xfrm>
              <a:off x="22668903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2" name="Rectangle 147">
              <a:extLst>
                <a:ext uri="{FF2B5EF4-FFF2-40B4-BE49-F238E27FC236}">
                  <a16:creationId xmlns:a16="http://schemas.microsoft.com/office/drawing/2014/main" id="{E6175FCE-6AB5-4771-8F57-BDC8B4921FEF}"/>
                </a:ext>
              </a:extLst>
            </p:cNvPr>
            <p:cNvSpPr/>
            <p:nvPr/>
          </p:nvSpPr>
          <p:spPr>
            <a:xfrm>
              <a:off x="22668903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3" name="Rectangle 148">
              <a:extLst>
                <a:ext uri="{FF2B5EF4-FFF2-40B4-BE49-F238E27FC236}">
                  <a16:creationId xmlns:a16="http://schemas.microsoft.com/office/drawing/2014/main" id="{E4065F7F-6018-466C-99DE-6DBCCF8C20B6}"/>
                </a:ext>
              </a:extLst>
            </p:cNvPr>
            <p:cNvSpPr/>
            <p:nvPr/>
          </p:nvSpPr>
          <p:spPr>
            <a:xfrm>
              <a:off x="2296068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4" name="Rectangle 149">
              <a:extLst>
                <a:ext uri="{FF2B5EF4-FFF2-40B4-BE49-F238E27FC236}">
                  <a16:creationId xmlns:a16="http://schemas.microsoft.com/office/drawing/2014/main" id="{1A539A62-36F8-4DEB-908C-42A4592F735F}"/>
                </a:ext>
              </a:extLst>
            </p:cNvPr>
            <p:cNvSpPr/>
            <p:nvPr/>
          </p:nvSpPr>
          <p:spPr>
            <a:xfrm>
              <a:off x="2296068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5" name="Rectangle 150">
              <a:extLst>
                <a:ext uri="{FF2B5EF4-FFF2-40B4-BE49-F238E27FC236}">
                  <a16:creationId xmlns:a16="http://schemas.microsoft.com/office/drawing/2014/main" id="{434F174E-D33D-4213-A008-E712500198BB}"/>
                </a:ext>
              </a:extLst>
            </p:cNvPr>
            <p:cNvSpPr/>
            <p:nvPr/>
          </p:nvSpPr>
          <p:spPr>
            <a:xfrm>
              <a:off x="23252470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6" name="Rectangle 151">
              <a:extLst>
                <a:ext uri="{FF2B5EF4-FFF2-40B4-BE49-F238E27FC236}">
                  <a16:creationId xmlns:a16="http://schemas.microsoft.com/office/drawing/2014/main" id="{AAC64CAC-D34D-4A2D-B2CE-D8624C1F0A35}"/>
                </a:ext>
              </a:extLst>
            </p:cNvPr>
            <p:cNvSpPr/>
            <p:nvPr/>
          </p:nvSpPr>
          <p:spPr>
            <a:xfrm>
              <a:off x="23252470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7" name="Rectangle 152">
              <a:extLst>
                <a:ext uri="{FF2B5EF4-FFF2-40B4-BE49-F238E27FC236}">
                  <a16:creationId xmlns:a16="http://schemas.microsoft.com/office/drawing/2014/main" id="{476A721C-9E8E-4BB4-BFF2-3D57F9440D7F}"/>
                </a:ext>
              </a:extLst>
            </p:cNvPr>
            <p:cNvSpPr/>
            <p:nvPr/>
          </p:nvSpPr>
          <p:spPr>
            <a:xfrm>
              <a:off x="23544253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8" name="Rectangle 153">
              <a:extLst>
                <a:ext uri="{FF2B5EF4-FFF2-40B4-BE49-F238E27FC236}">
                  <a16:creationId xmlns:a16="http://schemas.microsoft.com/office/drawing/2014/main" id="{80F1B1F5-93B7-4C32-AA4F-C032C24925CA}"/>
                </a:ext>
              </a:extLst>
            </p:cNvPr>
            <p:cNvSpPr/>
            <p:nvPr/>
          </p:nvSpPr>
          <p:spPr>
            <a:xfrm>
              <a:off x="23544253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39" name="Rectangle 154">
              <a:extLst>
                <a:ext uri="{FF2B5EF4-FFF2-40B4-BE49-F238E27FC236}">
                  <a16:creationId xmlns:a16="http://schemas.microsoft.com/office/drawing/2014/main" id="{DDDC826F-D30D-407D-84FC-FF765617F889}"/>
                </a:ext>
              </a:extLst>
            </p:cNvPr>
            <p:cNvSpPr/>
            <p:nvPr/>
          </p:nvSpPr>
          <p:spPr>
            <a:xfrm>
              <a:off x="2383603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0" name="Rectangle 155">
              <a:extLst>
                <a:ext uri="{FF2B5EF4-FFF2-40B4-BE49-F238E27FC236}">
                  <a16:creationId xmlns:a16="http://schemas.microsoft.com/office/drawing/2014/main" id="{1706F7AA-27CA-41DB-904C-3796D8AAFBB9}"/>
                </a:ext>
              </a:extLst>
            </p:cNvPr>
            <p:cNvSpPr/>
            <p:nvPr/>
          </p:nvSpPr>
          <p:spPr>
            <a:xfrm>
              <a:off x="2383603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1" name="Rectangle 156">
              <a:extLst>
                <a:ext uri="{FF2B5EF4-FFF2-40B4-BE49-F238E27FC236}">
                  <a16:creationId xmlns:a16="http://schemas.microsoft.com/office/drawing/2014/main" id="{DCEF4E98-792A-4194-A32F-78DD92A083B0}"/>
                </a:ext>
              </a:extLst>
            </p:cNvPr>
            <p:cNvSpPr/>
            <p:nvPr/>
          </p:nvSpPr>
          <p:spPr>
            <a:xfrm>
              <a:off x="24127818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2" name="Rectangle 157">
              <a:extLst>
                <a:ext uri="{FF2B5EF4-FFF2-40B4-BE49-F238E27FC236}">
                  <a16:creationId xmlns:a16="http://schemas.microsoft.com/office/drawing/2014/main" id="{2D73DFE8-62A6-4E9C-82F6-5CABC6F7A88B}"/>
                </a:ext>
              </a:extLst>
            </p:cNvPr>
            <p:cNvSpPr/>
            <p:nvPr/>
          </p:nvSpPr>
          <p:spPr>
            <a:xfrm>
              <a:off x="24127818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3" name="Rectangle 158">
              <a:extLst>
                <a:ext uri="{FF2B5EF4-FFF2-40B4-BE49-F238E27FC236}">
                  <a16:creationId xmlns:a16="http://schemas.microsoft.com/office/drawing/2014/main" id="{A3929C91-1F28-4549-A19C-088940223DA2}"/>
                </a:ext>
              </a:extLst>
            </p:cNvPr>
            <p:cNvSpPr/>
            <p:nvPr/>
          </p:nvSpPr>
          <p:spPr>
            <a:xfrm>
              <a:off x="24419602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4" name="Rectangle 159">
              <a:extLst>
                <a:ext uri="{FF2B5EF4-FFF2-40B4-BE49-F238E27FC236}">
                  <a16:creationId xmlns:a16="http://schemas.microsoft.com/office/drawing/2014/main" id="{2F245538-3933-47F7-A69F-A57459273A65}"/>
                </a:ext>
              </a:extLst>
            </p:cNvPr>
            <p:cNvSpPr/>
            <p:nvPr/>
          </p:nvSpPr>
          <p:spPr>
            <a:xfrm>
              <a:off x="24419602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5" name="Rectangle 160">
              <a:extLst>
                <a:ext uri="{FF2B5EF4-FFF2-40B4-BE49-F238E27FC236}">
                  <a16:creationId xmlns:a16="http://schemas.microsoft.com/office/drawing/2014/main" id="{27DC5073-8580-4E97-B007-5C53F288E142}"/>
                </a:ext>
              </a:extLst>
            </p:cNvPr>
            <p:cNvSpPr/>
            <p:nvPr/>
          </p:nvSpPr>
          <p:spPr>
            <a:xfrm>
              <a:off x="24711385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6" name="Rectangle 161">
              <a:extLst>
                <a:ext uri="{FF2B5EF4-FFF2-40B4-BE49-F238E27FC236}">
                  <a16:creationId xmlns:a16="http://schemas.microsoft.com/office/drawing/2014/main" id="{9ADAD213-0C76-473E-8E7C-C4D0480F0736}"/>
                </a:ext>
              </a:extLst>
            </p:cNvPr>
            <p:cNvSpPr/>
            <p:nvPr/>
          </p:nvSpPr>
          <p:spPr>
            <a:xfrm>
              <a:off x="24711385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7" name="Rectangle 162">
              <a:extLst>
                <a:ext uri="{FF2B5EF4-FFF2-40B4-BE49-F238E27FC236}">
                  <a16:creationId xmlns:a16="http://schemas.microsoft.com/office/drawing/2014/main" id="{79616FCE-6CC8-4DE9-837B-11A160801F7A}"/>
                </a:ext>
              </a:extLst>
            </p:cNvPr>
            <p:cNvSpPr/>
            <p:nvPr/>
          </p:nvSpPr>
          <p:spPr>
            <a:xfrm>
              <a:off x="25003167" y="13234439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48" name="Rectangle 163">
              <a:extLst>
                <a:ext uri="{FF2B5EF4-FFF2-40B4-BE49-F238E27FC236}">
                  <a16:creationId xmlns:a16="http://schemas.microsoft.com/office/drawing/2014/main" id="{3E75239A-67EF-4261-9060-81E098249B59}"/>
                </a:ext>
              </a:extLst>
            </p:cNvPr>
            <p:cNvSpPr/>
            <p:nvPr/>
          </p:nvSpPr>
          <p:spPr>
            <a:xfrm>
              <a:off x="25003167" y="14670092"/>
              <a:ext cx="123969" cy="618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grpSp>
          <p:nvGrpSpPr>
            <p:cNvPr id="1449" name="그룹 1448">
              <a:extLst>
                <a:ext uri="{FF2B5EF4-FFF2-40B4-BE49-F238E27FC236}">
                  <a16:creationId xmlns:a16="http://schemas.microsoft.com/office/drawing/2014/main" id="{AF27B172-956B-4AF4-AA4A-558B60503CF8}"/>
                </a:ext>
              </a:extLst>
            </p:cNvPr>
            <p:cNvGrpSpPr/>
            <p:nvPr/>
          </p:nvGrpSpPr>
          <p:grpSpPr>
            <a:xfrm>
              <a:off x="7121403" y="15009004"/>
              <a:ext cx="17369883" cy="325274"/>
              <a:chOff x="4123944" y="1613044"/>
              <a:chExt cx="10505834" cy="255032"/>
            </a:xfrm>
          </p:grpSpPr>
          <p:grpSp>
            <p:nvGrpSpPr>
              <p:cNvPr id="1674" name="그룹 1673">
                <a:extLst>
                  <a:ext uri="{FF2B5EF4-FFF2-40B4-BE49-F238E27FC236}">
                    <a16:creationId xmlns:a16="http://schemas.microsoft.com/office/drawing/2014/main" id="{F38C2EB6-EDFE-4AD6-93B8-DC21E4D917AF}"/>
                  </a:ext>
                </a:extLst>
              </p:cNvPr>
              <p:cNvGrpSpPr/>
              <p:nvPr/>
            </p:nvGrpSpPr>
            <p:grpSpPr>
              <a:xfrm>
                <a:off x="6089880" y="1626763"/>
                <a:ext cx="1810512" cy="241313"/>
                <a:chOff x="4468556" y="1575557"/>
                <a:chExt cx="1810512" cy="241313"/>
              </a:xfrm>
            </p:grpSpPr>
            <p:sp>
              <p:nvSpPr>
                <p:cNvPr id="1691" name="Rounded Rectangle 181">
                  <a:extLst>
                    <a:ext uri="{FF2B5EF4-FFF2-40B4-BE49-F238E27FC236}">
                      <a16:creationId xmlns:a16="http://schemas.microsoft.com/office/drawing/2014/main" id="{ABFCB58A-A08A-408C-BECC-E20494EF4FBE}"/>
                    </a:ext>
                  </a:extLst>
                </p:cNvPr>
                <p:cNvSpPr/>
                <p:nvPr/>
              </p:nvSpPr>
              <p:spPr>
                <a:xfrm>
                  <a:off x="4468556" y="1601114"/>
                  <a:ext cx="192024" cy="173736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E8EDF1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Sentient" pitchFamily="50" charset="0"/>
                  </a:endParaRPr>
                </a:p>
              </p:txBody>
            </p:sp>
            <p:sp>
              <p:nvSpPr>
                <p:cNvPr id="1692" name="TextBox 1691">
                  <a:extLst>
                    <a:ext uri="{FF2B5EF4-FFF2-40B4-BE49-F238E27FC236}">
                      <a16:creationId xmlns:a16="http://schemas.microsoft.com/office/drawing/2014/main" id="{6DCF50C2-DE9E-4A80-A048-19334B27519F}"/>
                    </a:ext>
                  </a:extLst>
                </p:cNvPr>
                <p:cNvSpPr txBox="1"/>
                <p:nvPr/>
              </p:nvSpPr>
              <p:spPr>
                <a:xfrm>
                  <a:off x="4706300" y="1575557"/>
                  <a:ext cx="1572768" cy="2413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000" b="1" i="0" dirty="0">
                      <a:solidFill>
                        <a:srgbClr val="68778B"/>
                      </a:solidFill>
                      <a:latin typeface="Sentient" pitchFamily="50" charset="0"/>
                    </a:rPr>
                    <a:t>Un-sampled</a:t>
                  </a:r>
                </a:p>
              </p:txBody>
            </p:sp>
          </p:grpSp>
          <p:grpSp>
            <p:nvGrpSpPr>
              <p:cNvPr id="1675" name="그룹 1674">
                <a:extLst>
                  <a:ext uri="{FF2B5EF4-FFF2-40B4-BE49-F238E27FC236}">
                    <a16:creationId xmlns:a16="http://schemas.microsoft.com/office/drawing/2014/main" id="{9ACC5799-E1C4-492A-B95F-C0127928FABE}"/>
                  </a:ext>
                </a:extLst>
              </p:cNvPr>
              <p:cNvGrpSpPr/>
              <p:nvPr/>
            </p:nvGrpSpPr>
            <p:grpSpPr>
              <a:xfrm>
                <a:off x="4123944" y="1626761"/>
                <a:ext cx="1581912" cy="241313"/>
                <a:chOff x="2844808" y="1575555"/>
                <a:chExt cx="1581912" cy="241313"/>
              </a:xfrm>
            </p:grpSpPr>
            <p:grpSp>
              <p:nvGrpSpPr>
                <p:cNvPr id="1687" name="그룹 1686">
                  <a:extLst>
                    <a:ext uri="{FF2B5EF4-FFF2-40B4-BE49-F238E27FC236}">
                      <a16:creationId xmlns:a16="http://schemas.microsoft.com/office/drawing/2014/main" id="{2CA27F4B-A520-4A0B-BA1E-6D6F4410B731}"/>
                    </a:ext>
                  </a:extLst>
                </p:cNvPr>
                <p:cNvGrpSpPr/>
                <p:nvPr/>
              </p:nvGrpSpPr>
              <p:grpSpPr>
                <a:xfrm>
                  <a:off x="2844808" y="1575555"/>
                  <a:ext cx="1581912" cy="241313"/>
                  <a:chOff x="2844808" y="1575555"/>
                  <a:chExt cx="1581912" cy="241313"/>
                </a:xfrm>
              </p:grpSpPr>
              <p:sp>
                <p:nvSpPr>
                  <p:cNvPr id="1689" name="Rounded Rectangle 178">
                    <a:extLst>
                      <a:ext uri="{FF2B5EF4-FFF2-40B4-BE49-F238E27FC236}">
                        <a16:creationId xmlns:a16="http://schemas.microsoft.com/office/drawing/2014/main" id="{B283370A-CB08-463B-ACE7-75899CF62132}"/>
                      </a:ext>
                    </a:extLst>
                  </p:cNvPr>
                  <p:cNvSpPr/>
                  <p:nvPr/>
                </p:nvSpPr>
                <p:spPr>
                  <a:xfrm>
                    <a:off x="2844808" y="1601114"/>
                    <a:ext cx="192024" cy="173736"/>
                  </a:xfrm>
                  <a:prstGeom prst="roundRect">
                    <a:avLst>
                      <a:gd name="adj" fmla="val 12000"/>
                    </a:avLst>
                  </a:prstGeom>
                  <a:solidFill>
                    <a:srgbClr val="EDF2F5"/>
                  </a:solidFill>
                  <a:ln>
                    <a:noFill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sz="2400" b="1">
                      <a:latin typeface="Sentient" pitchFamily="50" charset="0"/>
                    </a:endParaRPr>
                  </a:p>
                </p:txBody>
              </p:sp>
              <p:sp>
                <p:nvSpPr>
                  <p:cNvPr id="1690" name="TextBox 1689">
                    <a:extLst>
                      <a:ext uri="{FF2B5EF4-FFF2-40B4-BE49-F238E27FC236}">
                        <a16:creationId xmlns:a16="http://schemas.microsoft.com/office/drawing/2014/main" id="{C97D1A80-9EAF-48FB-8E21-5EDA75EF67B9}"/>
                      </a:ext>
                    </a:extLst>
                  </p:cNvPr>
                  <p:cNvSpPr txBox="1"/>
                  <p:nvPr/>
                </p:nvSpPr>
                <p:spPr>
                  <a:xfrm>
                    <a:off x="3082552" y="1575555"/>
                    <a:ext cx="1344168" cy="24131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l">
                      <a:spcBef>
                        <a:spcPts val="0"/>
                      </a:spcBef>
                      <a:spcAft>
                        <a:spcPts val="0"/>
                      </a:spcAft>
                    </a:pPr>
                    <a:r>
                      <a:rPr sz="2000" b="1" i="0" dirty="0">
                        <a:solidFill>
                          <a:srgbClr val="68778B"/>
                        </a:solidFill>
                        <a:latin typeface="Sentient" pitchFamily="50" charset="0"/>
                      </a:rPr>
                      <a:t>Sampled frame</a:t>
                    </a:r>
                  </a:p>
                </p:txBody>
              </p:sp>
            </p:grpSp>
            <p:cxnSp>
              <p:nvCxnSpPr>
                <p:cNvPr id="1688" name="Connector 179">
                  <a:extLst>
                    <a:ext uri="{FF2B5EF4-FFF2-40B4-BE49-F238E27FC236}">
                      <a16:creationId xmlns:a16="http://schemas.microsoft.com/office/drawing/2014/main" id="{2725B7B1-CCDA-42A7-A792-221BCB4B2573}"/>
                    </a:ext>
                  </a:extLst>
                </p:cNvPr>
                <p:cNvCxnSpPr/>
                <p:nvPr/>
              </p:nvCxnSpPr>
              <p:spPr>
                <a:xfrm>
                  <a:off x="2927933" y="1633118"/>
                  <a:ext cx="0" cy="114300"/>
                </a:xfrm>
                <a:prstGeom prst="line">
                  <a:avLst/>
                </a:prstGeom>
                <a:ln w="21590">
                  <a:solidFill>
                    <a:srgbClr val="008596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6" name="그룹 1675">
                <a:extLst>
                  <a:ext uri="{FF2B5EF4-FFF2-40B4-BE49-F238E27FC236}">
                    <a16:creationId xmlns:a16="http://schemas.microsoft.com/office/drawing/2014/main" id="{822306A6-C97F-447B-BC30-C9F0A97BEA34}"/>
                  </a:ext>
                </a:extLst>
              </p:cNvPr>
              <p:cNvGrpSpPr/>
              <p:nvPr/>
            </p:nvGrpSpPr>
            <p:grpSpPr>
              <a:xfrm>
                <a:off x="7905747" y="1626761"/>
                <a:ext cx="1856232" cy="241313"/>
                <a:chOff x="6626611" y="1575555"/>
                <a:chExt cx="1856232" cy="241313"/>
              </a:xfrm>
            </p:grpSpPr>
            <p:sp>
              <p:nvSpPr>
                <p:cNvPr id="1684" name="Rounded Rectangle 183">
                  <a:extLst>
                    <a:ext uri="{FF2B5EF4-FFF2-40B4-BE49-F238E27FC236}">
                      <a16:creationId xmlns:a16="http://schemas.microsoft.com/office/drawing/2014/main" id="{05C275C8-C815-423A-8693-7F66912E4ABF}"/>
                    </a:ext>
                  </a:extLst>
                </p:cNvPr>
                <p:cNvSpPr/>
                <p:nvPr/>
              </p:nvSpPr>
              <p:spPr>
                <a:xfrm>
                  <a:off x="6626611" y="1601114"/>
                  <a:ext cx="192024" cy="173736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EDF2F5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Sentient" pitchFamily="50" charset="0"/>
                  </a:endParaRPr>
                </a:p>
              </p:txBody>
            </p:sp>
            <p:sp>
              <p:nvSpPr>
                <p:cNvPr id="1685" name="TextBox 1684">
                  <a:extLst>
                    <a:ext uri="{FF2B5EF4-FFF2-40B4-BE49-F238E27FC236}">
                      <a16:creationId xmlns:a16="http://schemas.microsoft.com/office/drawing/2014/main" id="{643FBB71-E4B7-4764-800F-A080FFDEDF29}"/>
                    </a:ext>
                  </a:extLst>
                </p:cNvPr>
                <p:cNvSpPr txBox="1"/>
                <p:nvPr/>
              </p:nvSpPr>
              <p:spPr>
                <a:xfrm>
                  <a:off x="6864355" y="1575555"/>
                  <a:ext cx="1618488" cy="2413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000" b="1" i="0" dirty="0">
                      <a:solidFill>
                        <a:srgbClr val="68778B"/>
                      </a:solidFill>
                      <a:latin typeface="Sentient" pitchFamily="50" charset="0"/>
                    </a:rPr>
                    <a:t>Additional frame</a:t>
                  </a:r>
                </a:p>
              </p:txBody>
            </p:sp>
            <p:cxnSp>
              <p:nvCxnSpPr>
                <p:cNvPr id="1686" name="Connector 184">
                  <a:extLst>
                    <a:ext uri="{FF2B5EF4-FFF2-40B4-BE49-F238E27FC236}">
                      <a16:creationId xmlns:a16="http://schemas.microsoft.com/office/drawing/2014/main" id="{608AAF57-01DE-4B4B-9CEF-D29610C89C5C}"/>
                    </a:ext>
                  </a:extLst>
                </p:cNvPr>
                <p:cNvCxnSpPr/>
                <p:nvPr/>
              </p:nvCxnSpPr>
              <p:spPr>
                <a:xfrm>
                  <a:off x="6722623" y="1633118"/>
                  <a:ext cx="0" cy="114300"/>
                </a:xfrm>
                <a:prstGeom prst="line">
                  <a:avLst/>
                </a:prstGeom>
                <a:ln w="25400">
                  <a:solidFill>
                    <a:srgbClr val="C58E23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7" name="그룹 1676">
                <a:extLst>
                  <a:ext uri="{FF2B5EF4-FFF2-40B4-BE49-F238E27FC236}">
                    <a16:creationId xmlns:a16="http://schemas.microsoft.com/office/drawing/2014/main" id="{8C9F7303-60B9-4C09-B7E1-3C8E69AF7931}"/>
                  </a:ext>
                </a:extLst>
              </p:cNvPr>
              <p:cNvGrpSpPr/>
              <p:nvPr/>
            </p:nvGrpSpPr>
            <p:grpSpPr>
              <a:xfrm>
                <a:off x="10076029" y="1626761"/>
                <a:ext cx="1554115" cy="241313"/>
                <a:chOff x="8796893" y="1575555"/>
                <a:chExt cx="1554115" cy="241313"/>
              </a:xfrm>
            </p:grpSpPr>
            <p:sp>
              <p:nvSpPr>
                <p:cNvPr id="1681" name="Rounded Rectangle 186">
                  <a:extLst>
                    <a:ext uri="{FF2B5EF4-FFF2-40B4-BE49-F238E27FC236}">
                      <a16:creationId xmlns:a16="http://schemas.microsoft.com/office/drawing/2014/main" id="{D2B8978E-4E76-4469-A5C8-D1A1E80AFC46}"/>
                    </a:ext>
                  </a:extLst>
                </p:cNvPr>
                <p:cNvSpPr/>
                <p:nvPr/>
              </p:nvSpPr>
              <p:spPr>
                <a:xfrm>
                  <a:off x="8796893" y="1601114"/>
                  <a:ext cx="192024" cy="173736"/>
                </a:xfrm>
                <a:prstGeom prst="roundRect">
                  <a:avLst>
                    <a:gd name="adj" fmla="val 12000"/>
                  </a:avLst>
                </a:prstGeom>
                <a:solidFill>
                  <a:srgbClr val="F7E6EC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sz="2400" b="1">
                    <a:latin typeface="Sentient" pitchFamily="50" charset="0"/>
                  </a:endParaRPr>
                </a:p>
              </p:txBody>
            </p:sp>
            <p:sp>
              <p:nvSpPr>
                <p:cNvPr id="1682" name="TextBox 1681">
                  <a:extLst>
                    <a:ext uri="{FF2B5EF4-FFF2-40B4-BE49-F238E27FC236}">
                      <a16:creationId xmlns:a16="http://schemas.microsoft.com/office/drawing/2014/main" id="{1EE63F63-493E-4CDF-B33A-FF30B0D18EF3}"/>
                    </a:ext>
                  </a:extLst>
                </p:cNvPr>
                <p:cNvSpPr txBox="1"/>
                <p:nvPr/>
              </p:nvSpPr>
              <p:spPr>
                <a:xfrm>
                  <a:off x="9034272" y="1575555"/>
                  <a:ext cx="1316736" cy="2413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000" b="1" i="0" dirty="0">
                      <a:solidFill>
                        <a:srgbClr val="68778B"/>
                      </a:solidFill>
                      <a:latin typeface="Sentient" pitchFamily="50" charset="0"/>
                    </a:rPr>
                    <a:t>Burst frame</a:t>
                  </a:r>
                </a:p>
              </p:txBody>
            </p:sp>
            <p:cxnSp>
              <p:nvCxnSpPr>
                <p:cNvPr id="1683" name="Connector 187">
                  <a:extLst>
                    <a:ext uri="{FF2B5EF4-FFF2-40B4-BE49-F238E27FC236}">
                      <a16:creationId xmlns:a16="http://schemas.microsoft.com/office/drawing/2014/main" id="{4E25E9B0-741B-443A-9997-441BAEA41DD7}"/>
                    </a:ext>
                  </a:extLst>
                </p:cNvPr>
                <p:cNvCxnSpPr/>
                <p:nvPr/>
              </p:nvCxnSpPr>
              <p:spPr>
                <a:xfrm>
                  <a:off x="8889821" y="1633118"/>
                  <a:ext cx="0" cy="114300"/>
                </a:xfrm>
                <a:prstGeom prst="line">
                  <a:avLst/>
                </a:prstGeom>
                <a:ln w="25400">
                  <a:solidFill>
                    <a:srgbClr val="C4264D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8" name="그룹 1677">
                <a:extLst>
                  <a:ext uri="{FF2B5EF4-FFF2-40B4-BE49-F238E27FC236}">
                    <a16:creationId xmlns:a16="http://schemas.microsoft.com/office/drawing/2014/main" id="{AFAB30B7-A904-4BB9-B6ED-74FF8D020E3C}"/>
                  </a:ext>
                </a:extLst>
              </p:cNvPr>
              <p:cNvGrpSpPr/>
              <p:nvPr/>
            </p:nvGrpSpPr>
            <p:grpSpPr>
              <a:xfrm>
                <a:off x="11606360" y="1613044"/>
                <a:ext cx="3023418" cy="241313"/>
                <a:chOff x="10327224" y="1561838"/>
                <a:chExt cx="3023418" cy="241313"/>
              </a:xfrm>
            </p:grpSpPr>
            <p:cxnSp>
              <p:nvCxnSpPr>
                <p:cNvPr id="1679" name="Connector 189">
                  <a:extLst>
                    <a:ext uri="{FF2B5EF4-FFF2-40B4-BE49-F238E27FC236}">
                      <a16:creationId xmlns:a16="http://schemas.microsoft.com/office/drawing/2014/main" id="{B46D9B05-E7C1-4567-B532-3E8FEF3C933D}"/>
                    </a:ext>
                  </a:extLst>
                </p:cNvPr>
                <p:cNvCxnSpPr/>
                <p:nvPr/>
              </p:nvCxnSpPr>
              <p:spPr>
                <a:xfrm>
                  <a:off x="10327224" y="1688896"/>
                  <a:ext cx="402336" cy="0"/>
                </a:xfrm>
                <a:prstGeom prst="line">
                  <a:avLst/>
                </a:prstGeom>
                <a:ln w="57150">
                  <a:solidFill>
                    <a:srgbClr val="97B0C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680" name="TextBox 1679">
                  <a:extLst>
                    <a:ext uri="{FF2B5EF4-FFF2-40B4-BE49-F238E27FC236}">
                      <a16:creationId xmlns:a16="http://schemas.microsoft.com/office/drawing/2014/main" id="{C1C9C945-EDE8-42B2-AD9F-90BD99C10CED}"/>
                    </a:ext>
                  </a:extLst>
                </p:cNvPr>
                <p:cNvSpPr txBox="1"/>
                <p:nvPr/>
              </p:nvSpPr>
              <p:spPr>
                <a:xfrm>
                  <a:off x="10826898" y="1561838"/>
                  <a:ext cx="2523744" cy="24131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sz="2000" b="1" i="0" dirty="0">
                      <a:solidFill>
                        <a:srgbClr val="68778B"/>
                      </a:solidFill>
                      <a:latin typeface="Sentient" pitchFamily="50" charset="0"/>
                    </a:rPr>
                    <a:t>Anomaly score (illustrative)</a:t>
                  </a:r>
                </a:p>
              </p:txBody>
            </p:sp>
          </p:grpSp>
        </p:grpSp>
        <p:sp>
          <p:nvSpPr>
            <p:cNvPr id="1450" name="TextBox 1449">
              <a:extLst>
                <a:ext uri="{FF2B5EF4-FFF2-40B4-BE49-F238E27FC236}">
                  <a16:creationId xmlns:a16="http://schemas.microsoft.com/office/drawing/2014/main" id="{53E41D84-6F9D-43FE-90D1-D077E37561A6}"/>
                </a:ext>
              </a:extLst>
            </p:cNvPr>
            <p:cNvSpPr txBox="1"/>
            <p:nvPr/>
          </p:nvSpPr>
          <p:spPr>
            <a:xfrm>
              <a:off x="25527939" y="14801708"/>
              <a:ext cx="4302607" cy="75711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solidFill>
                    <a:srgbClr val="68778B"/>
                  </a:solidFill>
                  <a:latin typeface="Sentient" pitchFamily="50" charset="0"/>
                </a:rPr>
                <a:t>SCHEMATIC COMPARISON</a:t>
              </a:r>
            </a:p>
          </p:txBody>
        </p:sp>
        <p:sp>
          <p:nvSpPr>
            <p:cNvPr id="1451" name="Rounded Rectangle 192">
              <a:extLst>
                <a:ext uri="{FF2B5EF4-FFF2-40B4-BE49-F238E27FC236}">
                  <a16:creationId xmlns:a16="http://schemas.microsoft.com/office/drawing/2014/main" id="{61719C1F-41FE-4146-BECD-E61845E85430}"/>
                </a:ext>
              </a:extLst>
            </p:cNvPr>
            <p:cNvSpPr/>
            <p:nvPr/>
          </p:nvSpPr>
          <p:spPr>
            <a:xfrm>
              <a:off x="1020990" y="15345351"/>
              <a:ext cx="29057846" cy="789550"/>
            </a:xfrm>
            <a:prstGeom prst="roundRect">
              <a:avLst>
                <a:gd name="adj" fmla="val 12000"/>
              </a:avLst>
            </a:prstGeom>
            <a:solidFill>
              <a:srgbClr val="F6F8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52" name="Rectangle 193">
              <a:extLst>
                <a:ext uri="{FF2B5EF4-FFF2-40B4-BE49-F238E27FC236}">
                  <a16:creationId xmlns:a16="http://schemas.microsoft.com/office/drawing/2014/main" id="{CA8E2A96-A01A-404D-B76D-3D8A36661A62}"/>
                </a:ext>
              </a:extLst>
            </p:cNvPr>
            <p:cNvSpPr/>
            <p:nvPr/>
          </p:nvSpPr>
          <p:spPr>
            <a:xfrm>
              <a:off x="1036109" y="15435152"/>
              <a:ext cx="71055" cy="524812"/>
            </a:xfrm>
            <a:prstGeom prst="rect">
              <a:avLst/>
            </a:prstGeom>
            <a:solidFill>
              <a:srgbClr val="C1CF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53" name="TextBox 1452">
              <a:extLst>
                <a:ext uri="{FF2B5EF4-FFF2-40B4-BE49-F238E27FC236}">
                  <a16:creationId xmlns:a16="http://schemas.microsoft.com/office/drawing/2014/main" id="{4C45251A-7157-47DA-B51A-02A6801B9F83}"/>
                </a:ext>
              </a:extLst>
            </p:cNvPr>
            <p:cNvSpPr txBox="1"/>
            <p:nvPr/>
          </p:nvSpPr>
          <p:spPr>
            <a:xfrm>
              <a:off x="1338474" y="15432477"/>
              <a:ext cx="3855163" cy="3785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solidFill>
                    <a:srgbClr val="17293D"/>
                  </a:solidFill>
                  <a:latin typeface="Sentient" pitchFamily="50" charset="0"/>
                </a:rPr>
                <a:t>Uniform</a:t>
              </a:r>
            </a:p>
          </p:txBody>
        </p:sp>
        <p:sp>
          <p:nvSpPr>
            <p:cNvPr id="1454" name="TextBox 1453">
              <a:extLst>
                <a:ext uri="{FF2B5EF4-FFF2-40B4-BE49-F238E27FC236}">
                  <a16:creationId xmlns:a16="http://schemas.microsoft.com/office/drawing/2014/main" id="{2E6890F0-FA95-488F-B4CB-B983881A83FE}"/>
                </a:ext>
              </a:extLst>
            </p:cNvPr>
            <p:cNvSpPr txBox="1"/>
            <p:nvPr/>
          </p:nvSpPr>
          <p:spPr>
            <a:xfrm>
              <a:off x="1338474" y="15749753"/>
              <a:ext cx="3855163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68778B"/>
                  </a:solidFill>
                  <a:latin typeface="Sentient" pitchFamily="50" charset="0"/>
                </a:rPr>
                <a:t>Sampling</a:t>
              </a:r>
            </a:p>
          </p:txBody>
        </p:sp>
        <p:grpSp>
          <p:nvGrpSpPr>
            <p:cNvPr id="1455" name="그룹 1454">
              <a:extLst>
                <a:ext uri="{FF2B5EF4-FFF2-40B4-BE49-F238E27FC236}">
                  <a16:creationId xmlns:a16="http://schemas.microsoft.com/office/drawing/2014/main" id="{C15A6E1B-C7A8-49DD-BBD6-02392F8335DA}"/>
                </a:ext>
              </a:extLst>
            </p:cNvPr>
            <p:cNvGrpSpPr/>
            <p:nvPr/>
          </p:nvGrpSpPr>
          <p:grpSpPr>
            <a:xfrm>
              <a:off x="5223877" y="15412993"/>
              <a:ext cx="20013587" cy="661262"/>
              <a:chOff x="3118104" y="1898294"/>
              <a:chExt cx="12104827" cy="518464"/>
            </a:xfrm>
          </p:grpSpPr>
          <p:sp>
            <p:nvSpPr>
              <p:cNvPr id="1652" name="Rounded Rectangle 196">
                <a:extLst>
                  <a:ext uri="{FF2B5EF4-FFF2-40B4-BE49-F238E27FC236}">
                    <a16:creationId xmlns:a16="http://schemas.microsoft.com/office/drawing/2014/main" id="{3187A3A3-E736-4A9B-A24C-5960A4EF0A07}"/>
                  </a:ext>
                </a:extLst>
              </p:cNvPr>
              <p:cNvSpPr/>
              <p:nvPr/>
            </p:nvSpPr>
            <p:spPr>
              <a:xfrm>
                <a:off x="3118104" y="1898294"/>
                <a:ext cx="12104827" cy="518464"/>
              </a:xfrm>
              <a:prstGeom prst="roundRect">
                <a:avLst>
                  <a:gd name="adj" fmla="val 12000"/>
                </a:avLst>
              </a:prstGeom>
              <a:solidFill>
                <a:srgbClr val="EDF2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653" name="Rectangle 197">
                <a:extLst>
                  <a:ext uri="{FF2B5EF4-FFF2-40B4-BE49-F238E27FC236}">
                    <a16:creationId xmlns:a16="http://schemas.microsoft.com/office/drawing/2014/main" id="{74935B21-0F12-4CD4-A5B6-CCC9C503F607}"/>
                  </a:ext>
                </a:extLst>
              </p:cNvPr>
              <p:cNvSpPr/>
              <p:nvPr/>
            </p:nvSpPr>
            <p:spPr>
              <a:xfrm>
                <a:off x="9931481" y="1898294"/>
                <a:ext cx="2472537" cy="518464"/>
              </a:xfrm>
              <a:prstGeom prst="rect">
                <a:avLst/>
              </a:prstGeom>
              <a:solidFill>
                <a:srgbClr val="F5DDE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654" name="Freeform 198">
                <a:extLst>
                  <a:ext uri="{FF2B5EF4-FFF2-40B4-BE49-F238E27FC236}">
                    <a16:creationId xmlns:a16="http://schemas.microsoft.com/office/drawing/2014/main" id="{C22042BB-ED57-43C2-AF20-DF0827C660AE}"/>
                  </a:ext>
                </a:extLst>
              </p:cNvPr>
              <p:cNvSpPr/>
              <p:nvPr/>
            </p:nvSpPr>
            <p:spPr>
              <a:xfrm>
                <a:off x="3157425" y="2010636"/>
                <a:ext cx="11889028" cy="312459"/>
              </a:xfrm>
              <a:custGeom>
                <a:avLst/>
                <a:gdLst/>
                <a:ahLst/>
                <a:cxnLst/>
                <a:rect l="l" t="t" r="r" b="b"/>
                <a:pathLst>
                  <a:path w="12362687" h="312459">
                    <a:moveTo>
                      <a:pt x="0" y="302322"/>
                    </a:moveTo>
                    <a:lnTo>
                      <a:pt x="25809" y="301506"/>
                    </a:lnTo>
                    <a:lnTo>
                      <a:pt x="51618" y="300663"/>
                    </a:lnTo>
                    <a:lnTo>
                      <a:pt x="77428" y="299799"/>
                    </a:lnTo>
                    <a:lnTo>
                      <a:pt x="103237" y="298922"/>
                    </a:lnTo>
                    <a:lnTo>
                      <a:pt x="129046" y="298039"/>
                    </a:lnTo>
                    <a:lnTo>
                      <a:pt x="154856" y="297158"/>
                    </a:lnTo>
                    <a:lnTo>
                      <a:pt x="180665" y="296287"/>
                    </a:lnTo>
                    <a:lnTo>
                      <a:pt x="206474" y="295433"/>
                    </a:lnTo>
                    <a:lnTo>
                      <a:pt x="232284" y="294605"/>
                    </a:lnTo>
                    <a:lnTo>
                      <a:pt x="258093" y="293808"/>
                    </a:lnTo>
                    <a:lnTo>
                      <a:pt x="283903" y="293052"/>
                    </a:lnTo>
                    <a:lnTo>
                      <a:pt x="309712" y="292341"/>
                    </a:lnTo>
                    <a:lnTo>
                      <a:pt x="335521" y="291683"/>
                    </a:lnTo>
                    <a:lnTo>
                      <a:pt x="361331" y="291084"/>
                    </a:lnTo>
                    <a:lnTo>
                      <a:pt x="387140" y="290549"/>
                    </a:lnTo>
                    <a:lnTo>
                      <a:pt x="412949" y="290081"/>
                    </a:lnTo>
                    <a:lnTo>
                      <a:pt x="438759" y="289686"/>
                    </a:lnTo>
                    <a:lnTo>
                      <a:pt x="464568" y="289365"/>
                    </a:lnTo>
                    <a:lnTo>
                      <a:pt x="490378" y="289122"/>
                    </a:lnTo>
                    <a:lnTo>
                      <a:pt x="516187" y="288958"/>
                    </a:lnTo>
                    <a:lnTo>
                      <a:pt x="541996" y="288874"/>
                    </a:lnTo>
                    <a:lnTo>
                      <a:pt x="567806" y="288868"/>
                    </a:lnTo>
                    <a:lnTo>
                      <a:pt x="593615" y="288941"/>
                    </a:lnTo>
                    <a:lnTo>
                      <a:pt x="619424" y="289090"/>
                    </a:lnTo>
                    <a:lnTo>
                      <a:pt x="645234" y="289313"/>
                    </a:lnTo>
                    <a:lnTo>
                      <a:pt x="671043" y="289606"/>
                    </a:lnTo>
                    <a:lnTo>
                      <a:pt x="696852" y="289966"/>
                    </a:lnTo>
                    <a:lnTo>
                      <a:pt x="722662" y="290387"/>
                    </a:lnTo>
                    <a:lnTo>
                      <a:pt x="748471" y="290864"/>
                    </a:lnTo>
                    <a:lnTo>
                      <a:pt x="774281" y="291391"/>
                    </a:lnTo>
                    <a:lnTo>
                      <a:pt x="800090" y="291962"/>
                    </a:lnTo>
                    <a:lnTo>
                      <a:pt x="825899" y="292570"/>
                    </a:lnTo>
                    <a:lnTo>
                      <a:pt x="851709" y="293209"/>
                    </a:lnTo>
                    <a:lnTo>
                      <a:pt x="877518" y="293870"/>
                    </a:lnTo>
                    <a:lnTo>
                      <a:pt x="903327" y="294548"/>
                    </a:lnTo>
                    <a:lnTo>
                      <a:pt x="929137" y="295233"/>
                    </a:lnTo>
                    <a:lnTo>
                      <a:pt x="954946" y="295921"/>
                    </a:lnTo>
                    <a:lnTo>
                      <a:pt x="980756" y="296602"/>
                    </a:lnTo>
                    <a:lnTo>
                      <a:pt x="1006565" y="297272"/>
                    </a:lnTo>
                    <a:lnTo>
                      <a:pt x="1032374" y="297922"/>
                    </a:lnTo>
                    <a:lnTo>
                      <a:pt x="1058184" y="298547"/>
                    </a:lnTo>
                    <a:lnTo>
                      <a:pt x="1083993" y="299143"/>
                    </a:lnTo>
                    <a:lnTo>
                      <a:pt x="1109802" y="299702"/>
                    </a:lnTo>
                    <a:lnTo>
                      <a:pt x="1135612" y="300223"/>
                    </a:lnTo>
                    <a:lnTo>
                      <a:pt x="1161421" y="300699"/>
                    </a:lnTo>
                    <a:lnTo>
                      <a:pt x="1187230" y="301130"/>
                    </a:lnTo>
                    <a:lnTo>
                      <a:pt x="1213040" y="301512"/>
                    </a:lnTo>
                    <a:lnTo>
                      <a:pt x="1238849" y="301844"/>
                    </a:lnTo>
                    <a:lnTo>
                      <a:pt x="1264659" y="302126"/>
                    </a:lnTo>
                    <a:lnTo>
                      <a:pt x="1290468" y="302357"/>
                    </a:lnTo>
                    <a:lnTo>
                      <a:pt x="1316277" y="302538"/>
                    </a:lnTo>
                    <a:lnTo>
                      <a:pt x="1342087" y="302671"/>
                    </a:lnTo>
                    <a:lnTo>
                      <a:pt x="1367896" y="302758"/>
                    </a:lnTo>
                    <a:lnTo>
                      <a:pt x="1393705" y="302803"/>
                    </a:lnTo>
                    <a:lnTo>
                      <a:pt x="1419515" y="302808"/>
                    </a:lnTo>
                    <a:lnTo>
                      <a:pt x="1445324" y="302778"/>
                    </a:lnTo>
                    <a:lnTo>
                      <a:pt x="1471134" y="302717"/>
                    </a:lnTo>
                    <a:lnTo>
                      <a:pt x="1496943" y="302631"/>
                    </a:lnTo>
                    <a:lnTo>
                      <a:pt x="1522752" y="302525"/>
                    </a:lnTo>
                    <a:lnTo>
                      <a:pt x="1548562" y="302405"/>
                    </a:lnTo>
                    <a:lnTo>
                      <a:pt x="1574371" y="302277"/>
                    </a:lnTo>
                    <a:lnTo>
                      <a:pt x="1600180" y="302147"/>
                    </a:lnTo>
                    <a:lnTo>
                      <a:pt x="1625990" y="302020"/>
                    </a:lnTo>
                    <a:lnTo>
                      <a:pt x="1651799" y="301904"/>
                    </a:lnTo>
                    <a:lnTo>
                      <a:pt x="1677609" y="301803"/>
                    </a:lnTo>
                    <a:lnTo>
                      <a:pt x="1703418" y="301723"/>
                    </a:lnTo>
                    <a:lnTo>
                      <a:pt x="1729227" y="301669"/>
                    </a:lnTo>
                    <a:lnTo>
                      <a:pt x="1755037" y="301647"/>
                    </a:lnTo>
                    <a:lnTo>
                      <a:pt x="1780846" y="301660"/>
                    </a:lnTo>
                    <a:lnTo>
                      <a:pt x="1806655" y="301713"/>
                    </a:lnTo>
                    <a:lnTo>
                      <a:pt x="1832465" y="301808"/>
                    </a:lnTo>
                    <a:lnTo>
                      <a:pt x="1858274" y="301948"/>
                    </a:lnTo>
                    <a:lnTo>
                      <a:pt x="1884083" y="302134"/>
                    </a:lnTo>
                    <a:lnTo>
                      <a:pt x="1909893" y="302368"/>
                    </a:lnTo>
                    <a:lnTo>
                      <a:pt x="1935702" y="302650"/>
                    </a:lnTo>
                    <a:lnTo>
                      <a:pt x="1961512" y="302979"/>
                    </a:lnTo>
                    <a:lnTo>
                      <a:pt x="1987321" y="303354"/>
                    </a:lnTo>
                    <a:lnTo>
                      <a:pt x="2013130" y="303773"/>
                    </a:lnTo>
                    <a:lnTo>
                      <a:pt x="2038940" y="304231"/>
                    </a:lnTo>
                    <a:lnTo>
                      <a:pt x="2064749" y="304727"/>
                    </a:lnTo>
                    <a:lnTo>
                      <a:pt x="2090558" y="305255"/>
                    </a:lnTo>
                    <a:lnTo>
                      <a:pt x="2116368" y="305810"/>
                    </a:lnTo>
                    <a:lnTo>
                      <a:pt x="2142177" y="306386"/>
                    </a:lnTo>
                    <a:lnTo>
                      <a:pt x="2167987" y="306976"/>
                    </a:lnTo>
                    <a:lnTo>
                      <a:pt x="2193796" y="307574"/>
                    </a:lnTo>
                    <a:lnTo>
                      <a:pt x="2219605" y="308173"/>
                    </a:lnTo>
                    <a:lnTo>
                      <a:pt x="2245415" y="308764"/>
                    </a:lnTo>
                    <a:lnTo>
                      <a:pt x="2271224" y="309339"/>
                    </a:lnTo>
                    <a:lnTo>
                      <a:pt x="2297033" y="309890"/>
                    </a:lnTo>
                    <a:lnTo>
                      <a:pt x="2322843" y="310409"/>
                    </a:lnTo>
                    <a:lnTo>
                      <a:pt x="2348652" y="310888"/>
                    </a:lnTo>
                    <a:lnTo>
                      <a:pt x="2374461" y="311317"/>
                    </a:lnTo>
                    <a:lnTo>
                      <a:pt x="2400271" y="311689"/>
                    </a:lnTo>
                    <a:lnTo>
                      <a:pt x="2426080" y="311997"/>
                    </a:lnTo>
                    <a:lnTo>
                      <a:pt x="2451890" y="312232"/>
                    </a:lnTo>
                    <a:lnTo>
                      <a:pt x="2477699" y="312388"/>
                    </a:lnTo>
                    <a:lnTo>
                      <a:pt x="2503508" y="312459"/>
                    </a:lnTo>
                    <a:lnTo>
                      <a:pt x="2529318" y="312438"/>
                    </a:lnTo>
                    <a:lnTo>
                      <a:pt x="2555127" y="312322"/>
                    </a:lnTo>
                    <a:lnTo>
                      <a:pt x="2580936" y="312105"/>
                    </a:lnTo>
                    <a:lnTo>
                      <a:pt x="2606746" y="311784"/>
                    </a:lnTo>
                    <a:lnTo>
                      <a:pt x="2632555" y="311358"/>
                    </a:lnTo>
                    <a:lnTo>
                      <a:pt x="2658365" y="310824"/>
                    </a:lnTo>
                    <a:lnTo>
                      <a:pt x="2684174" y="310184"/>
                    </a:lnTo>
                    <a:lnTo>
                      <a:pt x="2709983" y="309437"/>
                    </a:lnTo>
                    <a:lnTo>
                      <a:pt x="2735793" y="308585"/>
                    </a:lnTo>
                    <a:lnTo>
                      <a:pt x="2761602" y="307633"/>
                    </a:lnTo>
                    <a:lnTo>
                      <a:pt x="2787411" y="306583"/>
                    </a:lnTo>
                    <a:lnTo>
                      <a:pt x="2813221" y="305441"/>
                    </a:lnTo>
                    <a:lnTo>
                      <a:pt x="2839030" y="304213"/>
                    </a:lnTo>
                    <a:lnTo>
                      <a:pt x="2864840" y="302908"/>
                    </a:lnTo>
                    <a:lnTo>
                      <a:pt x="2890649" y="301532"/>
                    </a:lnTo>
                    <a:lnTo>
                      <a:pt x="2916458" y="300096"/>
                    </a:lnTo>
                    <a:lnTo>
                      <a:pt x="2942268" y="298610"/>
                    </a:lnTo>
                    <a:lnTo>
                      <a:pt x="2968077" y="297084"/>
                    </a:lnTo>
                    <a:lnTo>
                      <a:pt x="2993886" y="295529"/>
                    </a:lnTo>
                    <a:lnTo>
                      <a:pt x="3019696" y="293958"/>
                    </a:lnTo>
                    <a:lnTo>
                      <a:pt x="3045505" y="292383"/>
                    </a:lnTo>
                    <a:lnTo>
                      <a:pt x="3071314" y="290817"/>
                    </a:lnTo>
                    <a:lnTo>
                      <a:pt x="3097124" y="289271"/>
                    </a:lnTo>
                    <a:lnTo>
                      <a:pt x="3122933" y="287759"/>
                    </a:lnTo>
                    <a:lnTo>
                      <a:pt x="3148743" y="286293"/>
                    </a:lnTo>
                    <a:lnTo>
                      <a:pt x="3174552" y="284885"/>
                    </a:lnTo>
                    <a:lnTo>
                      <a:pt x="3200361" y="283546"/>
                    </a:lnTo>
                    <a:lnTo>
                      <a:pt x="3226171" y="282288"/>
                    </a:lnTo>
                    <a:lnTo>
                      <a:pt x="3251980" y="281119"/>
                    </a:lnTo>
                    <a:lnTo>
                      <a:pt x="3277789" y="280050"/>
                    </a:lnTo>
                    <a:lnTo>
                      <a:pt x="3303599" y="279089"/>
                    </a:lnTo>
                    <a:lnTo>
                      <a:pt x="3329408" y="278241"/>
                    </a:lnTo>
                    <a:lnTo>
                      <a:pt x="3355218" y="277514"/>
                    </a:lnTo>
                    <a:lnTo>
                      <a:pt x="3381027" y="276911"/>
                    </a:lnTo>
                    <a:lnTo>
                      <a:pt x="3406836" y="276434"/>
                    </a:lnTo>
                    <a:lnTo>
                      <a:pt x="3432646" y="276086"/>
                    </a:lnTo>
                    <a:lnTo>
                      <a:pt x="3458455" y="275867"/>
                    </a:lnTo>
                    <a:lnTo>
                      <a:pt x="3484264" y="275775"/>
                    </a:lnTo>
                    <a:lnTo>
                      <a:pt x="3510074" y="275807"/>
                    </a:lnTo>
                    <a:lnTo>
                      <a:pt x="3535883" y="275959"/>
                    </a:lnTo>
                    <a:lnTo>
                      <a:pt x="3561692" y="276226"/>
                    </a:lnTo>
                    <a:lnTo>
                      <a:pt x="3587502" y="276600"/>
                    </a:lnTo>
                    <a:lnTo>
                      <a:pt x="3613311" y="277075"/>
                    </a:lnTo>
                    <a:lnTo>
                      <a:pt x="3639121" y="277641"/>
                    </a:lnTo>
                    <a:lnTo>
                      <a:pt x="3664930" y="278288"/>
                    </a:lnTo>
                    <a:lnTo>
                      <a:pt x="3690739" y="279006"/>
                    </a:lnTo>
                    <a:lnTo>
                      <a:pt x="3716549" y="279785"/>
                    </a:lnTo>
                    <a:lnTo>
                      <a:pt x="3742358" y="280612"/>
                    </a:lnTo>
                    <a:lnTo>
                      <a:pt x="3768167" y="281477"/>
                    </a:lnTo>
                    <a:lnTo>
                      <a:pt x="3793977" y="282368"/>
                    </a:lnTo>
                    <a:lnTo>
                      <a:pt x="3819786" y="283273"/>
                    </a:lnTo>
                    <a:lnTo>
                      <a:pt x="3845596" y="284181"/>
                    </a:lnTo>
                    <a:lnTo>
                      <a:pt x="3871405" y="285081"/>
                    </a:lnTo>
                    <a:lnTo>
                      <a:pt x="3897214" y="285964"/>
                    </a:lnTo>
                    <a:lnTo>
                      <a:pt x="3923024" y="286819"/>
                    </a:lnTo>
                    <a:lnTo>
                      <a:pt x="3948833" y="287637"/>
                    </a:lnTo>
                    <a:lnTo>
                      <a:pt x="3974642" y="288412"/>
                    </a:lnTo>
                    <a:lnTo>
                      <a:pt x="4000452" y="289135"/>
                    </a:lnTo>
                    <a:lnTo>
                      <a:pt x="4026261" y="289801"/>
                    </a:lnTo>
                    <a:lnTo>
                      <a:pt x="4052071" y="290405"/>
                    </a:lnTo>
                    <a:lnTo>
                      <a:pt x="4077880" y="290944"/>
                    </a:lnTo>
                    <a:lnTo>
                      <a:pt x="4103689" y="291415"/>
                    </a:lnTo>
                    <a:lnTo>
                      <a:pt x="4129499" y="291817"/>
                    </a:lnTo>
                    <a:lnTo>
                      <a:pt x="4155308" y="292148"/>
                    </a:lnTo>
                    <a:lnTo>
                      <a:pt x="4181117" y="292410"/>
                    </a:lnTo>
                    <a:lnTo>
                      <a:pt x="4206927" y="292605"/>
                    </a:lnTo>
                    <a:lnTo>
                      <a:pt x="4232736" y="292734"/>
                    </a:lnTo>
                    <a:lnTo>
                      <a:pt x="4258545" y="292801"/>
                    </a:lnTo>
                    <a:lnTo>
                      <a:pt x="4284355" y="292809"/>
                    </a:lnTo>
                    <a:lnTo>
                      <a:pt x="4310164" y="292764"/>
                    </a:lnTo>
                    <a:lnTo>
                      <a:pt x="4335974" y="292670"/>
                    </a:lnTo>
                    <a:lnTo>
                      <a:pt x="4361783" y="292532"/>
                    </a:lnTo>
                    <a:lnTo>
                      <a:pt x="4387592" y="292356"/>
                    </a:lnTo>
                    <a:lnTo>
                      <a:pt x="4413402" y="292147"/>
                    </a:lnTo>
                    <a:lnTo>
                      <a:pt x="4439211" y="291912"/>
                    </a:lnTo>
                    <a:lnTo>
                      <a:pt x="4465020" y="291654"/>
                    </a:lnTo>
                    <a:lnTo>
                      <a:pt x="4490830" y="291381"/>
                    </a:lnTo>
                    <a:lnTo>
                      <a:pt x="4516639" y="291095"/>
                    </a:lnTo>
                    <a:lnTo>
                      <a:pt x="4542449" y="290802"/>
                    </a:lnTo>
                    <a:lnTo>
                      <a:pt x="4568258" y="290506"/>
                    </a:lnTo>
                    <a:lnTo>
                      <a:pt x="4594067" y="290210"/>
                    </a:lnTo>
                    <a:lnTo>
                      <a:pt x="4619877" y="289918"/>
                    </a:lnTo>
                    <a:lnTo>
                      <a:pt x="4645686" y="289630"/>
                    </a:lnTo>
                    <a:lnTo>
                      <a:pt x="4671495" y="289350"/>
                    </a:lnTo>
                    <a:lnTo>
                      <a:pt x="4697305" y="289079"/>
                    </a:lnTo>
                    <a:lnTo>
                      <a:pt x="4723114" y="288816"/>
                    </a:lnTo>
                    <a:lnTo>
                      <a:pt x="4748923" y="288563"/>
                    </a:lnTo>
                    <a:lnTo>
                      <a:pt x="4774733" y="288320"/>
                    </a:lnTo>
                    <a:lnTo>
                      <a:pt x="4800542" y="288086"/>
                    </a:lnTo>
                    <a:lnTo>
                      <a:pt x="4826352" y="287861"/>
                    </a:lnTo>
                    <a:lnTo>
                      <a:pt x="4852161" y="287644"/>
                    </a:lnTo>
                    <a:lnTo>
                      <a:pt x="4877970" y="287435"/>
                    </a:lnTo>
                    <a:lnTo>
                      <a:pt x="4903780" y="287233"/>
                    </a:lnTo>
                    <a:lnTo>
                      <a:pt x="4929589" y="287038"/>
                    </a:lnTo>
                    <a:lnTo>
                      <a:pt x="4955398" y="286850"/>
                    </a:lnTo>
                    <a:lnTo>
                      <a:pt x="4981208" y="286670"/>
                    </a:lnTo>
                    <a:lnTo>
                      <a:pt x="5007017" y="286498"/>
                    </a:lnTo>
                    <a:lnTo>
                      <a:pt x="5032827" y="286337"/>
                    </a:lnTo>
                    <a:lnTo>
                      <a:pt x="5058636" y="286187"/>
                    </a:lnTo>
                    <a:lnTo>
                      <a:pt x="5084445" y="286051"/>
                    </a:lnTo>
                    <a:lnTo>
                      <a:pt x="5110255" y="285931"/>
                    </a:lnTo>
                    <a:lnTo>
                      <a:pt x="5136064" y="285832"/>
                    </a:lnTo>
                    <a:lnTo>
                      <a:pt x="5161873" y="285756"/>
                    </a:lnTo>
                    <a:lnTo>
                      <a:pt x="5187683" y="285706"/>
                    </a:lnTo>
                    <a:lnTo>
                      <a:pt x="5213492" y="285687"/>
                    </a:lnTo>
                    <a:lnTo>
                      <a:pt x="5239302" y="285702"/>
                    </a:lnTo>
                    <a:lnTo>
                      <a:pt x="5265111" y="285754"/>
                    </a:lnTo>
                    <a:lnTo>
                      <a:pt x="5290920" y="285847"/>
                    </a:lnTo>
                    <a:lnTo>
                      <a:pt x="5316730" y="285983"/>
                    </a:lnTo>
                    <a:lnTo>
                      <a:pt x="5342539" y="286165"/>
                    </a:lnTo>
                    <a:lnTo>
                      <a:pt x="5368348" y="286394"/>
                    </a:lnTo>
                    <a:lnTo>
                      <a:pt x="5394158" y="286670"/>
                    </a:lnTo>
                    <a:lnTo>
                      <a:pt x="5419967" y="286993"/>
                    </a:lnTo>
                    <a:lnTo>
                      <a:pt x="5445776" y="287362"/>
                    </a:lnTo>
                    <a:lnTo>
                      <a:pt x="5471586" y="287775"/>
                    </a:lnTo>
                    <a:lnTo>
                      <a:pt x="5497395" y="288229"/>
                    </a:lnTo>
                    <a:lnTo>
                      <a:pt x="5523205" y="288721"/>
                    </a:lnTo>
                    <a:lnTo>
                      <a:pt x="5549014" y="289244"/>
                    </a:lnTo>
                    <a:lnTo>
                      <a:pt x="5574823" y="289794"/>
                    </a:lnTo>
                    <a:lnTo>
                      <a:pt x="5600633" y="290365"/>
                    </a:lnTo>
                    <a:lnTo>
                      <a:pt x="5626442" y="290950"/>
                    </a:lnTo>
                    <a:lnTo>
                      <a:pt x="5652251" y="291542"/>
                    </a:lnTo>
                    <a:lnTo>
                      <a:pt x="5678061" y="292134"/>
                    </a:lnTo>
                    <a:lnTo>
                      <a:pt x="5703870" y="292718"/>
                    </a:lnTo>
                    <a:lnTo>
                      <a:pt x="5729680" y="293287"/>
                    </a:lnTo>
                    <a:lnTo>
                      <a:pt x="5755489" y="293835"/>
                    </a:lnTo>
                    <a:lnTo>
                      <a:pt x="5781298" y="294353"/>
                    </a:lnTo>
                    <a:lnTo>
                      <a:pt x="5807108" y="294836"/>
                    </a:lnTo>
                    <a:lnTo>
                      <a:pt x="5832917" y="295278"/>
                    </a:lnTo>
                    <a:lnTo>
                      <a:pt x="5858726" y="295673"/>
                    </a:lnTo>
                    <a:lnTo>
                      <a:pt x="5884536" y="296016"/>
                    </a:lnTo>
                    <a:lnTo>
                      <a:pt x="5910345" y="296303"/>
                    </a:lnTo>
                    <a:lnTo>
                      <a:pt x="5936154" y="296529"/>
                    </a:lnTo>
                    <a:lnTo>
                      <a:pt x="5961964" y="296692"/>
                    </a:lnTo>
                    <a:lnTo>
                      <a:pt x="5987773" y="296787"/>
                    </a:lnTo>
                    <a:lnTo>
                      <a:pt x="6013583" y="296812"/>
                    </a:lnTo>
                    <a:lnTo>
                      <a:pt x="6039392" y="296763"/>
                    </a:lnTo>
                    <a:lnTo>
                      <a:pt x="6065201" y="296637"/>
                    </a:lnTo>
                    <a:lnTo>
                      <a:pt x="6091011" y="296431"/>
                    </a:lnTo>
                    <a:lnTo>
                      <a:pt x="6116820" y="296142"/>
                    </a:lnTo>
                    <a:lnTo>
                      <a:pt x="6142629" y="295763"/>
                    </a:lnTo>
                    <a:lnTo>
                      <a:pt x="6168439" y="295291"/>
                    </a:lnTo>
                    <a:lnTo>
                      <a:pt x="6194248" y="294720"/>
                    </a:lnTo>
                    <a:lnTo>
                      <a:pt x="6220058" y="294042"/>
                    </a:lnTo>
                    <a:lnTo>
                      <a:pt x="6245867" y="293250"/>
                    </a:lnTo>
                    <a:lnTo>
                      <a:pt x="6271676" y="292334"/>
                    </a:lnTo>
                    <a:lnTo>
                      <a:pt x="6297486" y="291285"/>
                    </a:lnTo>
                    <a:lnTo>
                      <a:pt x="6323295" y="290091"/>
                    </a:lnTo>
                    <a:lnTo>
                      <a:pt x="6349104" y="288740"/>
                    </a:lnTo>
                    <a:lnTo>
                      <a:pt x="6374914" y="287218"/>
                    </a:lnTo>
                    <a:lnTo>
                      <a:pt x="6400723" y="285511"/>
                    </a:lnTo>
                    <a:lnTo>
                      <a:pt x="6426533" y="283603"/>
                    </a:lnTo>
                    <a:lnTo>
                      <a:pt x="6452342" y="281478"/>
                    </a:lnTo>
                    <a:lnTo>
                      <a:pt x="6478151" y="279120"/>
                    </a:lnTo>
                    <a:lnTo>
                      <a:pt x="6503961" y="276512"/>
                    </a:lnTo>
                    <a:lnTo>
                      <a:pt x="6529770" y="273636"/>
                    </a:lnTo>
                    <a:lnTo>
                      <a:pt x="6555579" y="270476"/>
                    </a:lnTo>
                    <a:lnTo>
                      <a:pt x="6581389" y="267015"/>
                    </a:lnTo>
                    <a:lnTo>
                      <a:pt x="6607198" y="263239"/>
                    </a:lnTo>
                    <a:lnTo>
                      <a:pt x="6633007" y="259132"/>
                    </a:lnTo>
                    <a:lnTo>
                      <a:pt x="6658817" y="254683"/>
                    </a:lnTo>
                    <a:lnTo>
                      <a:pt x="6684626" y="249879"/>
                    </a:lnTo>
                    <a:lnTo>
                      <a:pt x="6710436" y="244712"/>
                    </a:lnTo>
                    <a:lnTo>
                      <a:pt x="6736245" y="239176"/>
                    </a:lnTo>
                    <a:lnTo>
                      <a:pt x="6762054" y="233267"/>
                    </a:lnTo>
                    <a:lnTo>
                      <a:pt x="6787864" y="226984"/>
                    </a:lnTo>
                    <a:lnTo>
                      <a:pt x="6813673" y="220331"/>
                    </a:lnTo>
                    <a:lnTo>
                      <a:pt x="6839482" y="213313"/>
                    </a:lnTo>
                    <a:lnTo>
                      <a:pt x="6865292" y="205941"/>
                    </a:lnTo>
                    <a:lnTo>
                      <a:pt x="6891101" y="198230"/>
                    </a:lnTo>
                    <a:lnTo>
                      <a:pt x="6916911" y="190196"/>
                    </a:lnTo>
                    <a:lnTo>
                      <a:pt x="6942720" y="181864"/>
                    </a:lnTo>
                    <a:lnTo>
                      <a:pt x="6968529" y="173259"/>
                    </a:lnTo>
                    <a:lnTo>
                      <a:pt x="6994339" y="164413"/>
                    </a:lnTo>
                    <a:lnTo>
                      <a:pt x="7020148" y="155360"/>
                    </a:lnTo>
                    <a:lnTo>
                      <a:pt x="7045957" y="146140"/>
                    </a:lnTo>
                    <a:lnTo>
                      <a:pt x="7071767" y="136794"/>
                    </a:lnTo>
                    <a:lnTo>
                      <a:pt x="7097576" y="127368"/>
                    </a:lnTo>
                    <a:lnTo>
                      <a:pt x="7123385" y="117912"/>
                    </a:lnTo>
                    <a:lnTo>
                      <a:pt x="7149195" y="108476"/>
                    </a:lnTo>
                    <a:lnTo>
                      <a:pt x="7175004" y="99113"/>
                    </a:lnTo>
                    <a:lnTo>
                      <a:pt x="7200814" y="89879"/>
                    </a:lnTo>
                    <a:lnTo>
                      <a:pt x="7226623" y="80830"/>
                    </a:lnTo>
                    <a:lnTo>
                      <a:pt x="7252432" y="72021"/>
                    </a:lnTo>
                    <a:lnTo>
                      <a:pt x="7278242" y="63509"/>
                    </a:lnTo>
                    <a:lnTo>
                      <a:pt x="7304051" y="55349"/>
                    </a:lnTo>
                    <a:lnTo>
                      <a:pt x="7329860" y="47592"/>
                    </a:lnTo>
                    <a:lnTo>
                      <a:pt x="7355670" y="40291"/>
                    </a:lnTo>
                    <a:lnTo>
                      <a:pt x="7381479" y="33492"/>
                    </a:lnTo>
                    <a:lnTo>
                      <a:pt x="7407289" y="27238"/>
                    </a:lnTo>
                    <a:lnTo>
                      <a:pt x="7433098" y="21570"/>
                    </a:lnTo>
                    <a:lnTo>
                      <a:pt x="7458907" y="16520"/>
                    </a:lnTo>
                    <a:lnTo>
                      <a:pt x="7484717" y="12117"/>
                    </a:lnTo>
                    <a:lnTo>
                      <a:pt x="7510526" y="8382"/>
                    </a:lnTo>
                    <a:lnTo>
                      <a:pt x="7536335" y="5330"/>
                    </a:lnTo>
                    <a:lnTo>
                      <a:pt x="7562145" y="2970"/>
                    </a:lnTo>
                    <a:lnTo>
                      <a:pt x="7587954" y="1301"/>
                    </a:lnTo>
                    <a:lnTo>
                      <a:pt x="7613764" y="316"/>
                    </a:lnTo>
                    <a:lnTo>
                      <a:pt x="7639573" y="0"/>
                    </a:lnTo>
                    <a:lnTo>
                      <a:pt x="7665382" y="330"/>
                    </a:lnTo>
                    <a:lnTo>
                      <a:pt x="7691192" y="1275"/>
                    </a:lnTo>
                    <a:lnTo>
                      <a:pt x="7717001" y="2799"/>
                    </a:lnTo>
                    <a:lnTo>
                      <a:pt x="7742810" y="4855"/>
                    </a:lnTo>
                    <a:lnTo>
                      <a:pt x="7768620" y="7393"/>
                    </a:lnTo>
                    <a:lnTo>
                      <a:pt x="7794429" y="10355"/>
                    </a:lnTo>
                    <a:lnTo>
                      <a:pt x="7820238" y="13678"/>
                    </a:lnTo>
                    <a:lnTo>
                      <a:pt x="7846048" y="17296"/>
                    </a:lnTo>
                    <a:lnTo>
                      <a:pt x="7871857" y="21136"/>
                    </a:lnTo>
                    <a:lnTo>
                      <a:pt x="7897667" y="25127"/>
                    </a:lnTo>
                    <a:lnTo>
                      <a:pt x="7923476" y="29191"/>
                    </a:lnTo>
                    <a:lnTo>
                      <a:pt x="7949285" y="33255"/>
                    </a:lnTo>
                    <a:lnTo>
                      <a:pt x="7975095" y="37242"/>
                    </a:lnTo>
                    <a:lnTo>
                      <a:pt x="8000904" y="41079"/>
                    </a:lnTo>
                    <a:lnTo>
                      <a:pt x="8026713" y="44697"/>
                    </a:lnTo>
                    <a:lnTo>
                      <a:pt x="8052523" y="48028"/>
                    </a:lnTo>
                    <a:lnTo>
                      <a:pt x="8078332" y="51012"/>
                    </a:lnTo>
                    <a:lnTo>
                      <a:pt x="8104142" y="53594"/>
                    </a:lnTo>
                    <a:lnTo>
                      <a:pt x="8129951" y="55727"/>
                    </a:lnTo>
                    <a:lnTo>
                      <a:pt x="8155760" y="57372"/>
                    </a:lnTo>
                    <a:lnTo>
                      <a:pt x="8181570" y="58498"/>
                    </a:lnTo>
                    <a:lnTo>
                      <a:pt x="8207379" y="59086"/>
                    </a:lnTo>
                    <a:lnTo>
                      <a:pt x="8233188" y="59125"/>
                    </a:lnTo>
                    <a:lnTo>
                      <a:pt x="8258998" y="58616"/>
                    </a:lnTo>
                    <a:lnTo>
                      <a:pt x="8284807" y="57570"/>
                    </a:lnTo>
                    <a:lnTo>
                      <a:pt x="8310616" y="56010"/>
                    </a:lnTo>
                    <a:lnTo>
                      <a:pt x="8336426" y="53967"/>
                    </a:lnTo>
                    <a:lnTo>
                      <a:pt x="8362235" y="51486"/>
                    </a:lnTo>
                    <a:lnTo>
                      <a:pt x="8388045" y="48617"/>
                    </a:lnTo>
                    <a:lnTo>
                      <a:pt x="8413854" y="45424"/>
                    </a:lnTo>
                    <a:lnTo>
                      <a:pt x="8439663" y="41975"/>
                    </a:lnTo>
                    <a:lnTo>
                      <a:pt x="8465473" y="38346"/>
                    </a:lnTo>
                    <a:lnTo>
                      <a:pt x="8491282" y="34618"/>
                    </a:lnTo>
                    <a:lnTo>
                      <a:pt x="8517091" y="30878"/>
                    </a:lnTo>
                    <a:lnTo>
                      <a:pt x="8542901" y="27214"/>
                    </a:lnTo>
                    <a:lnTo>
                      <a:pt x="8568710" y="23715"/>
                    </a:lnTo>
                    <a:lnTo>
                      <a:pt x="8594520" y="20472"/>
                    </a:lnTo>
                    <a:lnTo>
                      <a:pt x="8620329" y="17571"/>
                    </a:lnTo>
                    <a:lnTo>
                      <a:pt x="8646138" y="15096"/>
                    </a:lnTo>
                    <a:lnTo>
                      <a:pt x="8671948" y="13127"/>
                    </a:lnTo>
                    <a:lnTo>
                      <a:pt x="8697757" y="11735"/>
                    </a:lnTo>
                    <a:lnTo>
                      <a:pt x="8723566" y="10987"/>
                    </a:lnTo>
                    <a:lnTo>
                      <a:pt x="8749376" y="10938"/>
                    </a:lnTo>
                    <a:lnTo>
                      <a:pt x="8775185" y="11635"/>
                    </a:lnTo>
                    <a:lnTo>
                      <a:pt x="8800995" y="13115"/>
                    </a:lnTo>
                    <a:lnTo>
                      <a:pt x="8826804" y="15402"/>
                    </a:lnTo>
                    <a:lnTo>
                      <a:pt x="8852613" y="18512"/>
                    </a:lnTo>
                    <a:lnTo>
                      <a:pt x="8878423" y="22446"/>
                    </a:lnTo>
                    <a:lnTo>
                      <a:pt x="8904232" y="27196"/>
                    </a:lnTo>
                    <a:lnTo>
                      <a:pt x="8930041" y="32743"/>
                    </a:lnTo>
                    <a:lnTo>
                      <a:pt x="8955851" y="39056"/>
                    </a:lnTo>
                    <a:lnTo>
                      <a:pt x="8981660" y="46097"/>
                    </a:lnTo>
                    <a:lnTo>
                      <a:pt x="9007469" y="53815"/>
                    </a:lnTo>
                    <a:lnTo>
                      <a:pt x="9033279" y="62155"/>
                    </a:lnTo>
                    <a:lnTo>
                      <a:pt x="9059088" y="71053"/>
                    </a:lnTo>
                    <a:lnTo>
                      <a:pt x="9084898" y="80440"/>
                    </a:lnTo>
                    <a:lnTo>
                      <a:pt x="9110707" y="90242"/>
                    </a:lnTo>
                    <a:lnTo>
                      <a:pt x="9136516" y="100384"/>
                    </a:lnTo>
                    <a:lnTo>
                      <a:pt x="9162326" y="110787"/>
                    </a:lnTo>
                    <a:lnTo>
                      <a:pt x="9188135" y="121372"/>
                    </a:lnTo>
                    <a:lnTo>
                      <a:pt x="9213944" y="132060"/>
                    </a:lnTo>
                    <a:lnTo>
                      <a:pt x="9239754" y="142775"/>
                    </a:lnTo>
                    <a:lnTo>
                      <a:pt x="9265563" y="153444"/>
                    </a:lnTo>
                    <a:lnTo>
                      <a:pt x="9291373" y="163995"/>
                    </a:lnTo>
                    <a:lnTo>
                      <a:pt x="9317182" y="174364"/>
                    </a:lnTo>
                    <a:lnTo>
                      <a:pt x="9342991" y="184488"/>
                    </a:lnTo>
                    <a:lnTo>
                      <a:pt x="9368801" y="194315"/>
                    </a:lnTo>
                    <a:lnTo>
                      <a:pt x="9394610" y="203793"/>
                    </a:lnTo>
                    <a:lnTo>
                      <a:pt x="9420419" y="212880"/>
                    </a:lnTo>
                    <a:lnTo>
                      <a:pt x="9446229" y="221541"/>
                    </a:lnTo>
                    <a:lnTo>
                      <a:pt x="9472038" y="229744"/>
                    </a:lnTo>
                    <a:lnTo>
                      <a:pt x="9497847" y="237466"/>
                    </a:lnTo>
                    <a:lnTo>
                      <a:pt x="9523657" y="244690"/>
                    </a:lnTo>
                    <a:lnTo>
                      <a:pt x="9549466" y="251403"/>
                    </a:lnTo>
                    <a:lnTo>
                      <a:pt x="9575276" y="257599"/>
                    </a:lnTo>
                    <a:lnTo>
                      <a:pt x="9601085" y="263278"/>
                    </a:lnTo>
                    <a:lnTo>
                      <a:pt x="9626894" y="268443"/>
                    </a:lnTo>
                    <a:lnTo>
                      <a:pt x="9652704" y="273102"/>
                    </a:lnTo>
                    <a:lnTo>
                      <a:pt x="9678513" y="277266"/>
                    </a:lnTo>
                    <a:lnTo>
                      <a:pt x="9704322" y="280950"/>
                    </a:lnTo>
                    <a:lnTo>
                      <a:pt x="9730132" y="284172"/>
                    </a:lnTo>
                    <a:lnTo>
                      <a:pt x="9755941" y="286952"/>
                    </a:lnTo>
                    <a:lnTo>
                      <a:pt x="9781751" y="289312"/>
                    </a:lnTo>
                    <a:lnTo>
                      <a:pt x="9807560" y="291276"/>
                    </a:lnTo>
                    <a:lnTo>
                      <a:pt x="9833369" y="292869"/>
                    </a:lnTo>
                    <a:lnTo>
                      <a:pt x="9859179" y="294116"/>
                    </a:lnTo>
                    <a:lnTo>
                      <a:pt x="9884988" y="295043"/>
                    </a:lnTo>
                    <a:lnTo>
                      <a:pt x="9910797" y="295676"/>
                    </a:lnTo>
                    <a:lnTo>
                      <a:pt x="9936607" y="296043"/>
                    </a:lnTo>
                    <a:lnTo>
                      <a:pt x="9962416" y="296168"/>
                    </a:lnTo>
                    <a:lnTo>
                      <a:pt x="9988226" y="296079"/>
                    </a:lnTo>
                    <a:lnTo>
                      <a:pt x="10014035" y="295799"/>
                    </a:lnTo>
                    <a:lnTo>
                      <a:pt x="10039844" y="295354"/>
                    </a:lnTo>
                    <a:lnTo>
                      <a:pt x="10065654" y="294768"/>
                    </a:lnTo>
                    <a:lnTo>
                      <a:pt x="10091463" y="294063"/>
                    </a:lnTo>
                    <a:lnTo>
                      <a:pt x="10117272" y="293261"/>
                    </a:lnTo>
                    <a:lnTo>
                      <a:pt x="10143082" y="292384"/>
                    </a:lnTo>
                    <a:lnTo>
                      <a:pt x="10168891" y="291450"/>
                    </a:lnTo>
                    <a:lnTo>
                      <a:pt x="10194700" y="290480"/>
                    </a:lnTo>
                    <a:lnTo>
                      <a:pt x="10220510" y="289491"/>
                    </a:lnTo>
                    <a:lnTo>
                      <a:pt x="10246319" y="288498"/>
                    </a:lnTo>
                    <a:lnTo>
                      <a:pt x="10272129" y="287518"/>
                    </a:lnTo>
                    <a:lnTo>
                      <a:pt x="10297938" y="286565"/>
                    </a:lnTo>
                    <a:lnTo>
                      <a:pt x="10323747" y="285651"/>
                    </a:lnTo>
                    <a:lnTo>
                      <a:pt x="10349557" y="284788"/>
                    </a:lnTo>
                    <a:lnTo>
                      <a:pt x="10375366" y="283985"/>
                    </a:lnTo>
                    <a:lnTo>
                      <a:pt x="10401175" y="283253"/>
                    </a:lnTo>
                    <a:lnTo>
                      <a:pt x="10426985" y="282598"/>
                    </a:lnTo>
                    <a:lnTo>
                      <a:pt x="10452794" y="282027"/>
                    </a:lnTo>
                    <a:lnTo>
                      <a:pt x="10478604" y="281545"/>
                    </a:lnTo>
                    <a:lnTo>
                      <a:pt x="10504413" y="281156"/>
                    </a:lnTo>
                    <a:lnTo>
                      <a:pt x="10530222" y="280861"/>
                    </a:lnTo>
                    <a:lnTo>
                      <a:pt x="10556032" y="280663"/>
                    </a:lnTo>
                    <a:lnTo>
                      <a:pt x="10581841" y="280560"/>
                    </a:lnTo>
                    <a:lnTo>
                      <a:pt x="10607650" y="280552"/>
                    </a:lnTo>
                    <a:lnTo>
                      <a:pt x="10633460" y="280637"/>
                    </a:lnTo>
                    <a:lnTo>
                      <a:pt x="10659269" y="280811"/>
                    </a:lnTo>
                    <a:lnTo>
                      <a:pt x="10685078" y="281070"/>
                    </a:lnTo>
                    <a:lnTo>
                      <a:pt x="10710888" y="281408"/>
                    </a:lnTo>
                    <a:lnTo>
                      <a:pt x="10736697" y="281819"/>
                    </a:lnTo>
                    <a:lnTo>
                      <a:pt x="10762507" y="282298"/>
                    </a:lnTo>
                    <a:lnTo>
                      <a:pt x="10788316" y="282836"/>
                    </a:lnTo>
                    <a:lnTo>
                      <a:pt x="10814125" y="283425"/>
                    </a:lnTo>
                    <a:lnTo>
                      <a:pt x="10839935" y="284059"/>
                    </a:lnTo>
                    <a:lnTo>
                      <a:pt x="10865744" y="284727"/>
                    </a:lnTo>
                    <a:lnTo>
                      <a:pt x="10891553" y="285421"/>
                    </a:lnTo>
                    <a:lnTo>
                      <a:pt x="10917363" y="286134"/>
                    </a:lnTo>
                    <a:lnTo>
                      <a:pt x="10943172" y="286856"/>
                    </a:lnTo>
                    <a:lnTo>
                      <a:pt x="10968982" y="287580"/>
                    </a:lnTo>
                    <a:lnTo>
                      <a:pt x="10994791" y="288297"/>
                    </a:lnTo>
                    <a:lnTo>
                      <a:pt x="11020600" y="288999"/>
                    </a:lnTo>
                    <a:lnTo>
                      <a:pt x="11046410" y="289681"/>
                    </a:lnTo>
                    <a:lnTo>
                      <a:pt x="11072219" y="290335"/>
                    </a:lnTo>
                    <a:lnTo>
                      <a:pt x="11098028" y="290956"/>
                    </a:lnTo>
                    <a:lnTo>
                      <a:pt x="11123838" y="291539"/>
                    </a:lnTo>
                    <a:lnTo>
                      <a:pt x="11149647" y="292080"/>
                    </a:lnTo>
                    <a:lnTo>
                      <a:pt x="11175457" y="292576"/>
                    </a:lnTo>
                    <a:lnTo>
                      <a:pt x="11201266" y="293024"/>
                    </a:lnTo>
                    <a:lnTo>
                      <a:pt x="11227075" y="293423"/>
                    </a:lnTo>
                    <a:lnTo>
                      <a:pt x="11252885" y="293772"/>
                    </a:lnTo>
                    <a:lnTo>
                      <a:pt x="11278694" y="294072"/>
                    </a:lnTo>
                    <a:lnTo>
                      <a:pt x="11304503" y="294325"/>
                    </a:lnTo>
                    <a:lnTo>
                      <a:pt x="11330313" y="294531"/>
                    </a:lnTo>
                    <a:lnTo>
                      <a:pt x="11356122" y="294694"/>
                    </a:lnTo>
                    <a:lnTo>
                      <a:pt x="11381931" y="294817"/>
                    </a:lnTo>
                    <a:lnTo>
                      <a:pt x="11407741" y="294905"/>
                    </a:lnTo>
                    <a:lnTo>
                      <a:pt x="11433550" y="294963"/>
                    </a:lnTo>
                    <a:lnTo>
                      <a:pt x="11459360" y="294996"/>
                    </a:lnTo>
                    <a:lnTo>
                      <a:pt x="11485169" y="295009"/>
                    </a:lnTo>
                    <a:lnTo>
                      <a:pt x="11510978" y="295009"/>
                    </a:lnTo>
                    <a:lnTo>
                      <a:pt x="11536788" y="295003"/>
                    </a:lnTo>
                    <a:lnTo>
                      <a:pt x="11562597" y="294997"/>
                    </a:lnTo>
                    <a:lnTo>
                      <a:pt x="11588406" y="294996"/>
                    </a:lnTo>
                    <a:lnTo>
                      <a:pt x="11614216" y="295009"/>
                    </a:lnTo>
                    <a:lnTo>
                      <a:pt x="11640025" y="295040"/>
                    </a:lnTo>
                    <a:lnTo>
                      <a:pt x="11665835" y="295096"/>
                    </a:lnTo>
                    <a:lnTo>
                      <a:pt x="11691644" y="295183"/>
                    </a:lnTo>
                    <a:lnTo>
                      <a:pt x="11717453" y="295306"/>
                    </a:lnTo>
                    <a:lnTo>
                      <a:pt x="11743263" y="295469"/>
                    </a:lnTo>
                    <a:lnTo>
                      <a:pt x="11769072" y="295677"/>
                    </a:lnTo>
                    <a:lnTo>
                      <a:pt x="11794881" y="295933"/>
                    </a:lnTo>
                    <a:lnTo>
                      <a:pt x="11820691" y="296239"/>
                    </a:lnTo>
                    <a:lnTo>
                      <a:pt x="11846500" y="296598"/>
                    </a:lnTo>
                    <a:lnTo>
                      <a:pt x="11872309" y="297011"/>
                    </a:lnTo>
                    <a:lnTo>
                      <a:pt x="11898119" y="297478"/>
                    </a:lnTo>
                    <a:lnTo>
                      <a:pt x="11923928" y="297999"/>
                    </a:lnTo>
                    <a:lnTo>
                      <a:pt x="11949738" y="298572"/>
                    </a:lnTo>
                    <a:lnTo>
                      <a:pt x="11975547" y="299195"/>
                    </a:lnTo>
                    <a:lnTo>
                      <a:pt x="12001356" y="299866"/>
                    </a:lnTo>
                    <a:lnTo>
                      <a:pt x="12027166" y="300581"/>
                    </a:lnTo>
                    <a:lnTo>
                      <a:pt x="12052975" y="301336"/>
                    </a:lnTo>
                    <a:lnTo>
                      <a:pt x="12078784" y="302125"/>
                    </a:lnTo>
                    <a:lnTo>
                      <a:pt x="12104594" y="302943"/>
                    </a:lnTo>
                    <a:lnTo>
                      <a:pt x="12130403" y="303783"/>
                    </a:lnTo>
                    <a:lnTo>
                      <a:pt x="12156213" y="304641"/>
                    </a:lnTo>
                    <a:lnTo>
                      <a:pt x="12182022" y="305507"/>
                    </a:lnTo>
                    <a:lnTo>
                      <a:pt x="12207831" y="306376"/>
                    </a:lnTo>
                    <a:lnTo>
                      <a:pt x="12233641" y="307240"/>
                    </a:lnTo>
                    <a:lnTo>
                      <a:pt x="12259450" y="308090"/>
                    </a:lnTo>
                    <a:lnTo>
                      <a:pt x="12285259" y="308921"/>
                    </a:lnTo>
                    <a:lnTo>
                      <a:pt x="12311069" y="309724"/>
                    </a:lnTo>
                    <a:lnTo>
                      <a:pt x="12336878" y="310493"/>
                    </a:lnTo>
                    <a:lnTo>
                      <a:pt x="12362687" y="311220"/>
                    </a:lnTo>
                  </a:path>
                </a:pathLst>
              </a:custGeom>
              <a:noFill/>
              <a:ln w="57150">
                <a:solidFill>
                  <a:srgbClr val="95AD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cxnSp>
            <p:nvCxnSpPr>
              <p:cNvPr id="1655" name="Connector 199">
                <a:extLst>
                  <a:ext uri="{FF2B5EF4-FFF2-40B4-BE49-F238E27FC236}">
                    <a16:creationId xmlns:a16="http://schemas.microsoft.com/office/drawing/2014/main" id="{FA32FA5C-B5BC-483C-AD66-50B550F24FC5}"/>
                  </a:ext>
                </a:extLst>
              </p:cNvPr>
              <p:cNvCxnSpPr/>
              <p:nvPr/>
            </p:nvCxnSpPr>
            <p:spPr>
              <a:xfrm>
                <a:off x="3243267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6" name="Connector 200">
                <a:extLst>
                  <a:ext uri="{FF2B5EF4-FFF2-40B4-BE49-F238E27FC236}">
                    <a16:creationId xmlns:a16="http://schemas.microsoft.com/office/drawing/2014/main" id="{A9E7ECE2-C24C-4603-BE17-3B31A01EA882}"/>
                  </a:ext>
                </a:extLst>
              </p:cNvPr>
              <p:cNvCxnSpPr/>
              <p:nvPr/>
            </p:nvCxnSpPr>
            <p:spPr>
              <a:xfrm>
                <a:off x="3898489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7" name="Connector 201">
                <a:extLst>
                  <a:ext uri="{FF2B5EF4-FFF2-40B4-BE49-F238E27FC236}">
                    <a16:creationId xmlns:a16="http://schemas.microsoft.com/office/drawing/2014/main" id="{CD6DA61A-FA3D-47F8-A6A3-79D22E21C547}"/>
                  </a:ext>
                </a:extLst>
              </p:cNvPr>
              <p:cNvCxnSpPr/>
              <p:nvPr/>
            </p:nvCxnSpPr>
            <p:spPr>
              <a:xfrm>
                <a:off x="4553712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8" name="Connector 202">
                <a:extLst>
                  <a:ext uri="{FF2B5EF4-FFF2-40B4-BE49-F238E27FC236}">
                    <a16:creationId xmlns:a16="http://schemas.microsoft.com/office/drawing/2014/main" id="{98C7F020-894F-44C2-B043-F781AD1863C9}"/>
                  </a:ext>
                </a:extLst>
              </p:cNvPr>
              <p:cNvCxnSpPr/>
              <p:nvPr/>
            </p:nvCxnSpPr>
            <p:spPr>
              <a:xfrm>
                <a:off x="5208934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9" name="Connector 203">
                <a:extLst>
                  <a:ext uri="{FF2B5EF4-FFF2-40B4-BE49-F238E27FC236}">
                    <a16:creationId xmlns:a16="http://schemas.microsoft.com/office/drawing/2014/main" id="{0CE5340E-29AB-4397-A641-E15E2512A9F1}"/>
                  </a:ext>
                </a:extLst>
              </p:cNvPr>
              <p:cNvCxnSpPr/>
              <p:nvPr/>
            </p:nvCxnSpPr>
            <p:spPr>
              <a:xfrm>
                <a:off x="5864156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0" name="Connector 204">
                <a:extLst>
                  <a:ext uri="{FF2B5EF4-FFF2-40B4-BE49-F238E27FC236}">
                    <a16:creationId xmlns:a16="http://schemas.microsoft.com/office/drawing/2014/main" id="{B848E82E-40ED-422F-8797-712A121AF830}"/>
                  </a:ext>
                </a:extLst>
              </p:cNvPr>
              <p:cNvCxnSpPr/>
              <p:nvPr/>
            </p:nvCxnSpPr>
            <p:spPr>
              <a:xfrm>
                <a:off x="6519379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1" name="Connector 205">
                <a:extLst>
                  <a:ext uri="{FF2B5EF4-FFF2-40B4-BE49-F238E27FC236}">
                    <a16:creationId xmlns:a16="http://schemas.microsoft.com/office/drawing/2014/main" id="{FE8D4C6C-D4F3-442E-AC6C-F11C7B3D7F1C}"/>
                  </a:ext>
                </a:extLst>
              </p:cNvPr>
              <p:cNvCxnSpPr/>
              <p:nvPr/>
            </p:nvCxnSpPr>
            <p:spPr>
              <a:xfrm>
                <a:off x="7174601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2" name="Connector 206">
                <a:extLst>
                  <a:ext uri="{FF2B5EF4-FFF2-40B4-BE49-F238E27FC236}">
                    <a16:creationId xmlns:a16="http://schemas.microsoft.com/office/drawing/2014/main" id="{43D87EA7-1D29-458B-BD4F-EBA4A8204F2C}"/>
                  </a:ext>
                </a:extLst>
              </p:cNvPr>
              <p:cNvCxnSpPr/>
              <p:nvPr/>
            </p:nvCxnSpPr>
            <p:spPr>
              <a:xfrm>
                <a:off x="7829824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3" name="Connector 207">
                <a:extLst>
                  <a:ext uri="{FF2B5EF4-FFF2-40B4-BE49-F238E27FC236}">
                    <a16:creationId xmlns:a16="http://schemas.microsoft.com/office/drawing/2014/main" id="{0D675C9A-3A26-44A6-A424-771CBA98B843}"/>
                  </a:ext>
                </a:extLst>
              </p:cNvPr>
              <p:cNvCxnSpPr/>
              <p:nvPr/>
            </p:nvCxnSpPr>
            <p:spPr>
              <a:xfrm>
                <a:off x="8485046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4" name="Connector 208">
                <a:extLst>
                  <a:ext uri="{FF2B5EF4-FFF2-40B4-BE49-F238E27FC236}">
                    <a16:creationId xmlns:a16="http://schemas.microsoft.com/office/drawing/2014/main" id="{3B6C4309-E591-4560-99F8-EFFD44374963}"/>
                  </a:ext>
                </a:extLst>
              </p:cNvPr>
              <p:cNvCxnSpPr/>
              <p:nvPr/>
            </p:nvCxnSpPr>
            <p:spPr>
              <a:xfrm>
                <a:off x="9140269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5" name="Connector 209">
                <a:extLst>
                  <a:ext uri="{FF2B5EF4-FFF2-40B4-BE49-F238E27FC236}">
                    <a16:creationId xmlns:a16="http://schemas.microsoft.com/office/drawing/2014/main" id="{45977585-C8F1-4E65-86FF-28B40F1647FB}"/>
                  </a:ext>
                </a:extLst>
              </p:cNvPr>
              <p:cNvCxnSpPr/>
              <p:nvPr/>
            </p:nvCxnSpPr>
            <p:spPr>
              <a:xfrm>
                <a:off x="9795491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6" name="Connector 210">
                <a:extLst>
                  <a:ext uri="{FF2B5EF4-FFF2-40B4-BE49-F238E27FC236}">
                    <a16:creationId xmlns:a16="http://schemas.microsoft.com/office/drawing/2014/main" id="{FB762757-C634-40A0-B500-7E13FDA6C030}"/>
                  </a:ext>
                </a:extLst>
              </p:cNvPr>
              <p:cNvCxnSpPr/>
              <p:nvPr/>
            </p:nvCxnSpPr>
            <p:spPr>
              <a:xfrm>
                <a:off x="10450714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7" name="Connector 211">
                <a:extLst>
                  <a:ext uri="{FF2B5EF4-FFF2-40B4-BE49-F238E27FC236}">
                    <a16:creationId xmlns:a16="http://schemas.microsoft.com/office/drawing/2014/main" id="{D30C2BF2-532B-4609-8AB6-3A4C33CF0A3B}"/>
                  </a:ext>
                </a:extLst>
              </p:cNvPr>
              <p:cNvCxnSpPr/>
              <p:nvPr/>
            </p:nvCxnSpPr>
            <p:spPr>
              <a:xfrm>
                <a:off x="11105936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8" name="Connector 212">
                <a:extLst>
                  <a:ext uri="{FF2B5EF4-FFF2-40B4-BE49-F238E27FC236}">
                    <a16:creationId xmlns:a16="http://schemas.microsoft.com/office/drawing/2014/main" id="{045ED85F-24B7-4417-8775-926E43990CF6}"/>
                  </a:ext>
                </a:extLst>
              </p:cNvPr>
              <p:cNvCxnSpPr/>
              <p:nvPr/>
            </p:nvCxnSpPr>
            <p:spPr>
              <a:xfrm>
                <a:off x="11761159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9" name="Connector 213">
                <a:extLst>
                  <a:ext uri="{FF2B5EF4-FFF2-40B4-BE49-F238E27FC236}">
                    <a16:creationId xmlns:a16="http://schemas.microsoft.com/office/drawing/2014/main" id="{0C149492-CE50-41D9-AD80-89BA5F90B4C6}"/>
                  </a:ext>
                </a:extLst>
              </p:cNvPr>
              <p:cNvCxnSpPr/>
              <p:nvPr/>
            </p:nvCxnSpPr>
            <p:spPr>
              <a:xfrm>
                <a:off x="12416381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0" name="Connector 214">
                <a:extLst>
                  <a:ext uri="{FF2B5EF4-FFF2-40B4-BE49-F238E27FC236}">
                    <a16:creationId xmlns:a16="http://schemas.microsoft.com/office/drawing/2014/main" id="{37EF28DB-A69C-44AE-B541-CCF80368C713}"/>
                  </a:ext>
                </a:extLst>
              </p:cNvPr>
              <p:cNvCxnSpPr/>
              <p:nvPr/>
            </p:nvCxnSpPr>
            <p:spPr>
              <a:xfrm>
                <a:off x="13071604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1" name="Connector 215">
                <a:extLst>
                  <a:ext uri="{FF2B5EF4-FFF2-40B4-BE49-F238E27FC236}">
                    <a16:creationId xmlns:a16="http://schemas.microsoft.com/office/drawing/2014/main" id="{6E112F94-18B1-4158-AF37-BB4E37E4BD6C}"/>
                  </a:ext>
                </a:extLst>
              </p:cNvPr>
              <p:cNvCxnSpPr/>
              <p:nvPr/>
            </p:nvCxnSpPr>
            <p:spPr>
              <a:xfrm>
                <a:off x="13726826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2" name="Connector 216">
                <a:extLst>
                  <a:ext uri="{FF2B5EF4-FFF2-40B4-BE49-F238E27FC236}">
                    <a16:creationId xmlns:a16="http://schemas.microsoft.com/office/drawing/2014/main" id="{689F5E2D-5873-4A98-BFB6-1253F961BCA6}"/>
                  </a:ext>
                </a:extLst>
              </p:cNvPr>
              <p:cNvCxnSpPr/>
              <p:nvPr/>
            </p:nvCxnSpPr>
            <p:spPr>
              <a:xfrm>
                <a:off x="14382048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3" name="Connector 217">
                <a:extLst>
                  <a:ext uri="{FF2B5EF4-FFF2-40B4-BE49-F238E27FC236}">
                    <a16:creationId xmlns:a16="http://schemas.microsoft.com/office/drawing/2014/main" id="{828C63EA-CEF7-47FB-B956-E7DA8CAC5598}"/>
                  </a:ext>
                </a:extLst>
              </p:cNvPr>
              <p:cNvCxnSpPr/>
              <p:nvPr/>
            </p:nvCxnSpPr>
            <p:spPr>
              <a:xfrm>
                <a:off x="15037271" y="1991563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56" name="TextBox 1455">
              <a:extLst>
                <a:ext uri="{FF2B5EF4-FFF2-40B4-BE49-F238E27FC236}">
                  <a16:creationId xmlns:a16="http://schemas.microsoft.com/office/drawing/2014/main" id="{60DCFFAC-F433-49B7-885B-DA3BB1D1809F}"/>
                </a:ext>
              </a:extLst>
            </p:cNvPr>
            <p:cNvSpPr txBox="1"/>
            <p:nvPr/>
          </p:nvSpPr>
          <p:spPr>
            <a:xfrm>
              <a:off x="25495727" y="15475685"/>
              <a:ext cx="3099247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BD294B"/>
                  </a:solidFill>
                  <a:latin typeface="Sentient" pitchFamily="50" charset="0"/>
                </a:rPr>
                <a:t>SPARSE</a:t>
              </a:r>
            </a:p>
          </p:txBody>
        </p:sp>
        <p:sp>
          <p:nvSpPr>
            <p:cNvPr id="1457" name="TextBox 1456">
              <a:extLst>
                <a:ext uri="{FF2B5EF4-FFF2-40B4-BE49-F238E27FC236}">
                  <a16:creationId xmlns:a16="http://schemas.microsoft.com/office/drawing/2014/main" id="{7A0B563B-EBFB-40A0-AFAD-51553567014C}"/>
                </a:ext>
              </a:extLst>
            </p:cNvPr>
            <p:cNvSpPr txBox="1"/>
            <p:nvPr/>
          </p:nvSpPr>
          <p:spPr>
            <a:xfrm>
              <a:off x="25495725" y="15790045"/>
              <a:ext cx="3734218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Sentient" pitchFamily="50" charset="0"/>
                </a:rPr>
                <a:t>Risk of missing brief anomalies.</a:t>
              </a:r>
            </a:p>
          </p:txBody>
        </p:sp>
        <p:grpSp>
          <p:nvGrpSpPr>
            <p:cNvPr id="1458" name="그룹 1457">
              <a:extLst>
                <a:ext uri="{FF2B5EF4-FFF2-40B4-BE49-F238E27FC236}">
                  <a16:creationId xmlns:a16="http://schemas.microsoft.com/office/drawing/2014/main" id="{3D88ACF8-ED67-4278-A2DB-A4D0941F2100}"/>
                </a:ext>
              </a:extLst>
            </p:cNvPr>
            <p:cNvGrpSpPr/>
            <p:nvPr/>
          </p:nvGrpSpPr>
          <p:grpSpPr>
            <a:xfrm>
              <a:off x="29345631" y="15384550"/>
              <a:ext cx="483785" cy="830997"/>
              <a:chOff x="16924475" y="1870321"/>
              <a:chExt cx="292608" cy="651544"/>
            </a:xfrm>
          </p:grpSpPr>
          <p:sp>
            <p:nvSpPr>
              <p:cNvPr id="1650" name="Rounded Rectangle 220">
                <a:extLst>
                  <a:ext uri="{FF2B5EF4-FFF2-40B4-BE49-F238E27FC236}">
                    <a16:creationId xmlns:a16="http://schemas.microsoft.com/office/drawing/2014/main" id="{4F959E7A-562F-4CC6-953C-EAD2E767A9D6}"/>
                  </a:ext>
                </a:extLst>
              </p:cNvPr>
              <p:cNvSpPr/>
              <p:nvPr/>
            </p:nvSpPr>
            <p:spPr>
              <a:xfrm>
                <a:off x="16924475" y="2029968"/>
                <a:ext cx="292608" cy="292608"/>
              </a:xfrm>
              <a:prstGeom prst="roundRect">
                <a:avLst>
                  <a:gd name="adj" fmla="val 12000"/>
                </a:avLst>
              </a:prstGeom>
              <a:solidFill>
                <a:srgbClr val="BD294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651" name="TextBox 1650">
                <a:extLst>
                  <a:ext uri="{FF2B5EF4-FFF2-40B4-BE49-F238E27FC236}">
                    <a16:creationId xmlns:a16="http://schemas.microsoft.com/office/drawing/2014/main" id="{14F431CA-8317-4E37-9FB0-42DFF093DBC8}"/>
                  </a:ext>
                </a:extLst>
              </p:cNvPr>
              <p:cNvSpPr txBox="1"/>
              <p:nvPr/>
            </p:nvSpPr>
            <p:spPr>
              <a:xfrm>
                <a:off x="16938874" y="1870321"/>
                <a:ext cx="265176" cy="6515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5400" b="1" i="0" dirty="0">
                    <a:solidFill>
                      <a:srgbClr val="FFFFFF"/>
                    </a:solidFill>
                    <a:latin typeface="Sentient" pitchFamily="50" charset="0"/>
                  </a:rPr>
                  <a:t>×</a:t>
                </a:r>
              </a:p>
            </p:txBody>
          </p:sp>
        </p:grpSp>
        <p:sp>
          <p:nvSpPr>
            <p:cNvPr id="1459" name="Rectangle 223">
              <a:extLst>
                <a:ext uri="{FF2B5EF4-FFF2-40B4-BE49-F238E27FC236}">
                  <a16:creationId xmlns:a16="http://schemas.microsoft.com/office/drawing/2014/main" id="{BA74B58D-2248-4B62-ABBF-72DB15F38A83}"/>
                </a:ext>
              </a:extLst>
            </p:cNvPr>
            <p:cNvSpPr/>
            <p:nvPr/>
          </p:nvSpPr>
          <p:spPr>
            <a:xfrm>
              <a:off x="1036109" y="16314504"/>
              <a:ext cx="71055" cy="524812"/>
            </a:xfrm>
            <a:prstGeom prst="rect">
              <a:avLst/>
            </a:prstGeom>
            <a:solidFill>
              <a:srgbClr val="C1CF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60" name="TextBox 1459">
              <a:extLst>
                <a:ext uri="{FF2B5EF4-FFF2-40B4-BE49-F238E27FC236}">
                  <a16:creationId xmlns:a16="http://schemas.microsoft.com/office/drawing/2014/main" id="{E0CCD1AF-ACB5-470A-B74F-2FE4A4C07DC2}"/>
                </a:ext>
              </a:extLst>
            </p:cNvPr>
            <p:cNvSpPr txBox="1"/>
            <p:nvPr/>
          </p:nvSpPr>
          <p:spPr>
            <a:xfrm>
              <a:off x="1338474" y="16311827"/>
              <a:ext cx="3855163" cy="3785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solidFill>
                    <a:srgbClr val="17293D"/>
                  </a:solidFill>
                  <a:latin typeface="Sentient" pitchFamily="50" charset="0"/>
                </a:rPr>
                <a:t>Query-guided</a:t>
              </a:r>
            </a:p>
          </p:txBody>
        </p:sp>
        <p:sp>
          <p:nvSpPr>
            <p:cNvPr id="1461" name="TextBox 1460">
              <a:extLst>
                <a:ext uri="{FF2B5EF4-FFF2-40B4-BE49-F238E27FC236}">
                  <a16:creationId xmlns:a16="http://schemas.microsoft.com/office/drawing/2014/main" id="{5AD05B12-FB74-45E9-8B45-6F996B07BABD}"/>
                </a:ext>
              </a:extLst>
            </p:cNvPr>
            <p:cNvSpPr txBox="1"/>
            <p:nvPr/>
          </p:nvSpPr>
          <p:spPr>
            <a:xfrm>
              <a:off x="1338474" y="16629102"/>
              <a:ext cx="3855163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solidFill>
                    <a:srgbClr val="68778B"/>
                  </a:solidFill>
                  <a:latin typeface="Sentient" pitchFamily="50" charset="0"/>
                </a:rPr>
                <a:t>Sampling</a:t>
              </a:r>
            </a:p>
          </p:txBody>
        </p:sp>
        <p:sp>
          <p:nvSpPr>
            <p:cNvPr id="1462" name="Rounded Rectangle 226">
              <a:extLst>
                <a:ext uri="{FF2B5EF4-FFF2-40B4-BE49-F238E27FC236}">
                  <a16:creationId xmlns:a16="http://schemas.microsoft.com/office/drawing/2014/main" id="{B7113A97-7BA8-44AA-8DC3-EB166EC27205}"/>
                </a:ext>
              </a:extLst>
            </p:cNvPr>
            <p:cNvSpPr/>
            <p:nvPr/>
          </p:nvSpPr>
          <p:spPr>
            <a:xfrm>
              <a:off x="5242790" y="16292346"/>
              <a:ext cx="19994674" cy="661262"/>
            </a:xfrm>
            <a:prstGeom prst="roundRect">
              <a:avLst>
                <a:gd name="adj" fmla="val 12000"/>
              </a:avLst>
            </a:prstGeom>
            <a:solidFill>
              <a:srgbClr val="EDF2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 dirty="0">
                <a:latin typeface="Sentient" pitchFamily="50" charset="0"/>
              </a:endParaRPr>
            </a:p>
          </p:txBody>
        </p:sp>
        <p:sp>
          <p:nvSpPr>
            <p:cNvPr id="1463" name="Rectangle 227">
              <a:extLst>
                <a:ext uri="{FF2B5EF4-FFF2-40B4-BE49-F238E27FC236}">
                  <a16:creationId xmlns:a16="http://schemas.microsoft.com/office/drawing/2014/main" id="{92D42C9B-D97A-4392-8C3E-6EC86D26562D}"/>
                </a:ext>
              </a:extLst>
            </p:cNvPr>
            <p:cNvSpPr/>
            <p:nvPr/>
          </p:nvSpPr>
          <p:spPr>
            <a:xfrm>
              <a:off x="16528609" y="16292346"/>
              <a:ext cx="4087984" cy="661262"/>
            </a:xfrm>
            <a:prstGeom prst="rect">
              <a:avLst/>
            </a:prstGeom>
            <a:solidFill>
              <a:srgbClr val="F5DD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64" name="Freeform 228">
              <a:extLst>
                <a:ext uri="{FF2B5EF4-FFF2-40B4-BE49-F238E27FC236}">
                  <a16:creationId xmlns:a16="http://schemas.microsoft.com/office/drawing/2014/main" id="{0ABF2555-CBD9-4E27-B416-FCFCEB755E86}"/>
                </a:ext>
              </a:extLst>
            </p:cNvPr>
            <p:cNvSpPr/>
            <p:nvPr/>
          </p:nvSpPr>
          <p:spPr>
            <a:xfrm>
              <a:off x="5242792" y="16435628"/>
              <a:ext cx="19702893" cy="398518"/>
            </a:xfrm>
            <a:custGeom>
              <a:avLst/>
              <a:gdLst/>
              <a:ahLst/>
              <a:cxnLst/>
              <a:rect l="l" t="t" r="r" b="b"/>
              <a:pathLst>
                <a:path w="12362687" h="312459">
                  <a:moveTo>
                    <a:pt x="0" y="302323"/>
                  </a:moveTo>
                  <a:lnTo>
                    <a:pt x="25809" y="301507"/>
                  </a:lnTo>
                  <a:lnTo>
                    <a:pt x="51618" y="300663"/>
                  </a:lnTo>
                  <a:lnTo>
                    <a:pt x="77428" y="299800"/>
                  </a:lnTo>
                  <a:lnTo>
                    <a:pt x="103237" y="298922"/>
                  </a:lnTo>
                  <a:lnTo>
                    <a:pt x="129046" y="298040"/>
                  </a:lnTo>
                  <a:lnTo>
                    <a:pt x="154856" y="297159"/>
                  </a:lnTo>
                  <a:lnTo>
                    <a:pt x="180665" y="296288"/>
                  </a:lnTo>
                  <a:lnTo>
                    <a:pt x="206474" y="295434"/>
                  </a:lnTo>
                  <a:lnTo>
                    <a:pt x="232284" y="294605"/>
                  </a:lnTo>
                  <a:lnTo>
                    <a:pt x="258093" y="293809"/>
                  </a:lnTo>
                  <a:lnTo>
                    <a:pt x="283903" y="293052"/>
                  </a:lnTo>
                  <a:lnTo>
                    <a:pt x="309712" y="292342"/>
                  </a:lnTo>
                  <a:lnTo>
                    <a:pt x="335521" y="291684"/>
                  </a:lnTo>
                  <a:lnTo>
                    <a:pt x="361331" y="291085"/>
                  </a:lnTo>
                  <a:lnTo>
                    <a:pt x="387140" y="290549"/>
                  </a:lnTo>
                  <a:lnTo>
                    <a:pt x="412949" y="290082"/>
                  </a:lnTo>
                  <a:lnTo>
                    <a:pt x="438759" y="289686"/>
                  </a:lnTo>
                  <a:lnTo>
                    <a:pt x="464568" y="289366"/>
                  </a:lnTo>
                  <a:lnTo>
                    <a:pt x="490378" y="289123"/>
                  </a:lnTo>
                  <a:lnTo>
                    <a:pt x="516187" y="288959"/>
                  </a:lnTo>
                  <a:lnTo>
                    <a:pt x="541996" y="288874"/>
                  </a:lnTo>
                  <a:lnTo>
                    <a:pt x="567806" y="288869"/>
                  </a:lnTo>
                  <a:lnTo>
                    <a:pt x="593615" y="288942"/>
                  </a:lnTo>
                  <a:lnTo>
                    <a:pt x="619424" y="289091"/>
                  </a:lnTo>
                  <a:lnTo>
                    <a:pt x="645234" y="289314"/>
                  </a:lnTo>
                  <a:lnTo>
                    <a:pt x="671043" y="289607"/>
                  </a:lnTo>
                  <a:lnTo>
                    <a:pt x="696852" y="289966"/>
                  </a:lnTo>
                  <a:lnTo>
                    <a:pt x="722662" y="290387"/>
                  </a:lnTo>
                  <a:lnTo>
                    <a:pt x="748471" y="290864"/>
                  </a:lnTo>
                  <a:lnTo>
                    <a:pt x="774281" y="291391"/>
                  </a:lnTo>
                  <a:lnTo>
                    <a:pt x="800090" y="291962"/>
                  </a:lnTo>
                  <a:lnTo>
                    <a:pt x="825899" y="292571"/>
                  </a:lnTo>
                  <a:lnTo>
                    <a:pt x="851709" y="293209"/>
                  </a:lnTo>
                  <a:lnTo>
                    <a:pt x="877518" y="293871"/>
                  </a:lnTo>
                  <a:lnTo>
                    <a:pt x="903327" y="294548"/>
                  </a:lnTo>
                  <a:lnTo>
                    <a:pt x="929137" y="295234"/>
                  </a:lnTo>
                  <a:lnTo>
                    <a:pt x="954946" y="295921"/>
                  </a:lnTo>
                  <a:lnTo>
                    <a:pt x="980756" y="296603"/>
                  </a:lnTo>
                  <a:lnTo>
                    <a:pt x="1006565" y="297272"/>
                  </a:lnTo>
                  <a:lnTo>
                    <a:pt x="1032374" y="297922"/>
                  </a:lnTo>
                  <a:lnTo>
                    <a:pt x="1058184" y="298548"/>
                  </a:lnTo>
                  <a:lnTo>
                    <a:pt x="1083993" y="299143"/>
                  </a:lnTo>
                  <a:lnTo>
                    <a:pt x="1109802" y="299703"/>
                  </a:lnTo>
                  <a:lnTo>
                    <a:pt x="1135612" y="300223"/>
                  </a:lnTo>
                  <a:lnTo>
                    <a:pt x="1161421" y="300700"/>
                  </a:lnTo>
                  <a:lnTo>
                    <a:pt x="1187230" y="301131"/>
                  </a:lnTo>
                  <a:lnTo>
                    <a:pt x="1213040" y="301513"/>
                  </a:lnTo>
                  <a:lnTo>
                    <a:pt x="1238849" y="301845"/>
                  </a:lnTo>
                  <a:lnTo>
                    <a:pt x="1264659" y="302126"/>
                  </a:lnTo>
                  <a:lnTo>
                    <a:pt x="1290468" y="302357"/>
                  </a:lnTo>
                  <a:lnTo>
                    <a:pt x="1316277" y="302539"/>
                  </a:lnTo>
                  <a:lnTo>
                    <a:pt x="1342087" y="302672"/>
                  </a:lnTo>
                  <a:lnTo>
                    <a:pt x="1367896" y="302759"/>
                  </a:lnTo>
                  <a:lnTo>
                    <a:pt x="1393705" y="302803"/>
                  </a:lnTo>
                  <a:lnTo>
                    <a:pt x="1419515" y="302808"/>
                  </a:lnTo>
                  <a:lnTo>
                    <a:pt x="1445324" y="302778"/>
                  </a:lnTo>
                  <a:lnTo>
                    <a:pt x="1471134" y="302718"/>
                  </a:lnTo>
                  <a:lnTo>
                    <a:pt x="1496943" y="302632"/>
                  </a:lnTo>
                  <a:lnTo>
                    <a:pt x="1522752" y="302526"/>
                  </a:lnTo>
                  <a:lnTo>
                    <a:pt x="1548562" y="302406"/>
                  </a:lnTo>
                  <a:lnTo>
                    <a:pt x="1574371" y="302278"/>
                  </a:lnTo>
                  <a:lnTo>
                    <a:pt x="1600180" y="302147"/>
                  </a:lnTo>
                  <a:lnTo>
                    <a:pt x="1625990" y="302021"/>
                  </a:lnTo>
                  <a:lnTo>
                    <a:pt x="1651799" y="301904"/>
                  </a:lnTo>
                  <a:lnTo>
                    <a:pt x="1677609" y="301803"/>
                  </a:lnTo>
                  <a:lnTo>
                    <a:pt x="1703418" y="301723"/>
                  </a:lnTo>
                  <a:lnTo>
                    <a:pt x="1729227" y="301670"/>
                  </a:lnTo>
                  <a:lnTo>
                    <a:pt x="1755037" y="301648"/>
                  </a:lnTo>
                  <a:lnTo>
                    <a:pt x="1780846" y="301661"/>
                  </a:lnTo>
                  <a:lnTo>
                    <a:pt x="1806655" y="301714"/>
                  </a:lnTo>
                  <a:lnTo>
                    <a:pt x="1832465" y="301809"/>
                  </a:lnTo>
                  <a:lnTo>
                    <a:pt x="1858274" y="301949"/>
                  </a:lnTo>
                  <a:lnTo>
                    <a:pt x="1884083" y="302135"/>
                  </a:lnTo>
                  <a:lnTo>
                    <a:pt x="1909893" y="302369"/>
                  </a:lnTo>
                  <a:lnTo>
                    <a:pt x="1935702" y="302651"/>
                  </a:lnTo>
                  <a:lnTo>
                    <a:pt x="1961512" y="302980"/>
                  </a:lnTo>
                  <a:lnTo>
                    <a:pt x="1987321" y="303355"/>
                  </a:lnTo>
                  <a:lnTo>
                    <a:pt x="2013130" y="303773"/>
                  </a:lnTo>
                  <a:lnTo>
                    <a:pt x="2038940" y="304232"/>
                  </a:lnTo>
                  <a:lnTo>
                    <a:pt x="2064749" y="304728"/>
                  </a:lnTo>
                  <a:lnTo>
                    <a:pt x="2090558" y="305255"/>
                  </a:lnTo>
                  <a:lnTo>
                    <a:pt x="2116368" y="305810"/>
                  </a:lnTo>
                  <a:lnTo>
                    <a:pt x="2142177" y="306386"/>
                  </a:lnTo>
                  <a:lnTo>
                    <a:pt x="2167987" y="306977"/>
                  </a:lnTo>
                  <a:lnTo>
                    <a:pt x="2193796" y="307575"/>
                  </a:lnTo>
                  <a:lnTo>
                    <a:pt x="2219605" y="308173"/>
                  </a:lnTo>
                  <a:lnTo>
                    <a:pt x="2245415" y="308764"/>
                  </a:lnTo>
                  <a:lnTo>
                    <a:pt x="2271224" y="309339"/>
                  </a:lnTo>
                  <a:lnTo>
                    <a:pt x="2297033" y="309891"/>
                  </a:lnTo>
                  <a:lnTo>
                    <a:pt x="2322843" y="310410"/>
                  </a:lnTo>
                  <a:lnTo>
                    <a:pt x="2348652" y="310888"/>
                  </a:lnTo>
                  <a:lnTo>
                    <a:pt x="2374461" y="311318"/>
                  </a:lnTo>
                  <a:lnTo>
                    <a:pt x="2400271" y="311690"/>
                  </a:lnTo>
                  <a:lnTo>
                    <a:pt x="2426080" y="311997"/>
                  </a:lnTo>
                  <a:lnTo>
                    <a:pt x="2451890" y="312233"/>
                  </a:lnTo>
                  <a:lnTo>
                    <a:pt x="2477699" y="312389"/>
                  </a:lnTo>
                  <a:lnTo>
                    <a:pt x="2503508" y="312459"/>
                  </a:lnTo>
                  <a:lnTo>
                    <a:pt x="2529318" y="312439"/>
                  </a:lnTo>
                  <a:lnTo>
                    <a:pt x="2555127" y="312322"/>
                  </a:lnTo>
                  <a:lnTo>
                    <a:pt x="2580936" y="312105"/>
                  </a:lnTo>
                  <a:lnTo>
                    <a:pt x="2606746" y="311785"/>
                  </a:lnTo>
                  <a:lnTo>
                    <a:pt x="2632555" y="311358"/>
                  </a:lnTo>
                  <a:lnTo>
                    <a:pt x="2658365" y="310825"/>
                  </a:lnTo>
                  <a:lnTo>
                    <a:pt x="2684174" y="310184"/>
                  </a:lnTo>
                  <a:lnTo>
                    <a:pt x="2709983" y="309437"/>
                  </a:lnTo>
                  <a:lnTo>
                    <a:pt x="2735793" y="308586"/>
                  </a:lnTo>
                  <a:lnTo>
                    <a:pt x="2761602" y="307633"/>
                  </a:lnTo>
                  <a:lnTo>
                    <a:pt x="2787411" y="306583"/>
                  </a:lnTo>
                  <a:lnTo>
                    <a:pt x="2813221" y="305441"/>
                  </a:lnTo>
                  <a:lnTo>
                    <a:pt x="2839030" y="304214"/>
                  </a:lnTo>
                  <a:lnTo>
                    <a:pt x="2864840" y="302908"/>
                  </a:lnTo>
                  <a:lnTo>
                    <a:pt x="2890649" y="301533"/>
                  </a:lnTo>
                  <a:lnTo>
                    <a:pt x="2916458" y="300097"/>
                  </a:lnTo>
                  <a:lnTo>
                    <a:pt x="2942268" y="298610"/>
                  </a:lnTo>
                  <a:lnTo>
                    <a:pt x="2968077" y="297084"/>
                  </a:lnTo>
                  <a:lnTo>
                    <a:pt x="2993886" y="295530"/>
                  </a:lnTo>
                  <a:lnTo>
                    <a:pt x="3019696" y="293959"/>
                  </a:lnTo>
                  <a:lnTo>
                    <a:pt x="3045505" y="292384"/>
                  </a:lnTo>
                  <a:lnTo>
                    <a:pt x="3071314" y="290817"/>
                  </a:lnTo>
                  <a:lnTo>
                    <a:pt x="3097124" y="289272"/>
                  </a:lnTo>
                  <a:lnTo>
                    <a:pt x="3122933" y="287760"/>
                  </a:lnTo>
                  <a:lnTo>
                    <a:pt x="3148743" y="286294"/>
                  </a:lnTo>
                  <a:lnTo>
                    <a:pt x="3174552" y="284885"/>
                  </a:lnTo>
                  <a:lnTo>
                    <a:pt x="3200361" y="283547"/>
                  </a:lnTo>
                  <a:lnTo>
                    <a:pt x="3226171" y="282288"/>
                  </a:lnTo>
                  <a:lnTo>
                    <a:pt x="3251980" y="281120"/>
                  </a:lnTo>
                  <a:lnTo>
                    <a:pt x="3277789" y="280051"/>
                  </a:lnTo>
                  <a:lnTo>
                    <a:pt x="3303599" y="279089"/>
                  </a:lnTo>
                  <a:lnTo>
                    <a:pt x="3329408" y="278242"/>
                  </a:lnTo>
                  <a:lnTo>
                    <a:pt x="3355218" y="277515"/>
                  </a:lnTo>
                  <a:lnTo>
                    <a:pt x="3381027" y="276911"/>
                  </a:lnTo>
                  <a:lnTo>
                    <a:pt x="3406836" y="276435"/>
                  </a:lnTo>
                  <a:lnTo>
                    <a:pt x="3432646" y="276087"/>
                  </a:lnTo>
                  <a:lnTo>
                    <a:pt x="3458455" y="275868"/>
                  </a:lnTo>
                  <a:lnTo>
                    <a:pt x="3484264" y="275776"/>
                  </a:lnTo>
                  <a:lnTo>
                    <a:pt x="3510074" y="275808"/>
                  </a:lnTo>
                  <a:lnTo>
                    <a:pt x="3535883" y="275960"/>
                  </a:lnTo>
                  <a:lnTo>
                    <a:pt x="3561692" y="276226"/>
                  </a:lnTo>
                  <a:lnTo>
                    <a:pt x="3587502" y="276601"/>
                  </a:lnTo>
                  <a:lnTo>
                    <a:pt x="3613311" y="277075"/>
                  </a:lnTo>
                  <a:lnTo>
                    <a:pt x="3639121" y="277641"/>
                  </a:lnTo>
                  <a:lnTo>
                    <a:pt x="3664930" y="278288"/>
                  </a:lnTo>
                  <a:lnTo>
                    <a:pt x="3690739" y="279007"/>
                  </a:lnTo>
                  <a:lnTo>
                    <a:pt x="3716549" y="279785"/>
                  </a:lnTo>
                  <a:lnTo>
                    <a:pt x="3742358" y="280613"/>
                  </a:lnTo>
                  <a:lnTo>
                    <a:pt x="3768167" y="281478"/>
                  </a:lnTo>
                  <a:lnTo>
                    <a:pt x="3793977" y="282369"/>
                  </a:lnTo>
                  <a:lnTo>
                    <a:pt x="3819786" y="283274"/>
                  </a:lnTo>
                  <a:lnTo>
                    <a:pt x="3845596" y="284182"/>
                  </a:lnTo>
                  <a:lnTo>
                    <a:pt x="3871405" y="285082"/>
                  </a:lnTo>
                  <a:lnTo>
                    <a:pt x="3897214" y="285964"/>
                  </a:lnTo>
                  <a:lnTo>
                    <a:pt x="3923024" y="286819"/>
                  </a:lnTo>
                  <a:lnTo>
                    <a:pt x="3948833" y="287638"/>
                  </a:lnTo>
                  <a:lnTo>
                    <a:pt x="3974642" y="288412"/>
                  </a:lnTo>
                  <a:lnTo>
                    <a:pt x="4000452" y="289135"/>
                  </a:lnTo>
                  <a:lnTo>
                    <a:pt x="4026261" y="289802"/>
                  </a:lnTo>
                  <a:lnTo>
                    <a:pt x="4052071" y="290406"/>
                  </a:lnTo>
                  <a:lnTo>
                    <a:pt x="4077880" y="290945"/>
                  </a:lnTo>
                  <a:lnTo>
                    <a:pt x="4103689" y="291416"/>
                  </a:lnTo>
                  <a:lnTo>
                    <a:pt x="4129499" y="291817"/>
                  </a:lnTo>
                  <a:lnTo>
                    <a:pt x="4155308" y="292149"/>
                  </a:lnTo>
                  <a:lnTo>
                    <a:pt x="4181117" y="292411"/>
                  </a:lnTo>
                  <a:lnTo>
                    <a:pt x="4206927" y="292605"/>
                  </a:lnTo>
                  <a:lnTo>
                    <a:pt x="4232736" y="292734"/>
                  </a:lnTo>
                  <a:lnTo>
                    <a:pt x="4258545" y="292801"/>
                  </a:lnTo>
                  <a:lnTo>
                    <a:pt x="4284355" y="292810"/>
                  </a:lnTo>
                  <a:lnTo>
                    <a:pt x="4310164" y="292765"/>
                  </a:lnTo>
                  <a:lnTo>
                    <a:pt x="4335974" y="292670"/>
                  </a:lnTo>
                  <a:lnTo>
                    <a:pt x="4361783" y="292533"/>
                  </a:lnTo>
                  <a:lnTo>
                    <a:pt x="4387592" y="292357"/>
                  </a:lnTo>
                  <a:lnTo>
                    <a:pt x="4413402" y="292148"/>
                  </a:lnTo>
                  <a:lnTo>
                    <a:pt x="4439211" y="291912"/>
                  </a:lnTo>
                  <a:lnTo>
                    <a:pt x="4465020" y="291655"/>
                  </a:lnTo>
                  <a:lnTo>
                    <a:pt x="4490830" y="291381"/>
                  </a:lnTo>
                  <a:lnTo>
                    <a:pt x="4516639" y="291096"/>
                  </a:lnTo>
                  <a:lnTo>
                    <a:pt x="4542449" y="290803"/>
                  </a:lnTo>
                  <a:lnTo>
                    <a:pt x="4568258" y="290507"/>
                  </a:lnTo>
                  <a:lnTo>
                    <a:pt x="4594067" y="290211"/>
                  </a:lnTo>
                  <a:lnTo>
                    <a:pt x="4619877" y="289918"/>
                  </a:lnTo>
                  <a:lnTo>
                    <a:pt x="4645686" y="289631"/>
                  </a:lnTo>
                  <a:lnTo>
                    <a:pt x="4671495" y="289351"/>
                  </a:lnTo>
                  <a:lnTo>
                    <a:pt x="4697305" y="289079"/>
                  </a:lnTo>
                  <a:lnTo>
                    <a:pt x="4723114" y="288817"/>
                  </a:lnTo>
                  <a:lnTo>
                    <a:pt x="4748923" y="288564"/>
                  </a:lnTo>
                  <a:lnTo>
                    <a:pt x="4774733" y="288321"/>
                  </a:lnTo>
                  <a:lnTo>
                    <a:pt x="4800542" y="288087"/>
                  </a:lnTo>
                  <a:lnTo>
                    <a:pt x="4826352" y="287862"/>
                  </a:lnTo>
                  <a:lnTo>
                    <a:pt x="4852161" y="287645"/>
                  </a:lnTo>
                  <a:lnTo>
                    <a:pt x="4877970" y="287435"/>
                  </a:lnTo>
                  <a:lnTo>
                    <a:pt x="4903780" y="287233"/>
                  </a:lnTo>
                  <a:lnTo>
                    <a:pt x="4929589" y="287038"/>
                  </a:lnTo>
                  <a:lnTo>
                    <a:pt x="4955398" y="286851"/>
                  </a:lnTo>
                  <a:lnTo>
                    <a:pt x="4981208" y="286671"/>
                  </a:lnTo>
                  <a:lnTo>
                    <a:pt x="5007017" y="286499"/>
                  </a:lnTo>
                  <a:lnTo>
                    <a:pt x="5032827" y="286337"/>
                  </a:lnTo>
                  <a:lnTo>
                    <a:pt x="5058636" y="286187"/>
                  </a:lnTo>
                  <a:lnTo>
                    <a:pt x="5084445" y="286051"/>
                  </a:lnTo>
                  <a:lnTo>
                    <a:pt x="5110255" y="285932"/>
                  </a:lnTo>
                  <a:lnTo>
                    <a:pt x="5136064" y="285832"/>
                  </a:lnTo>
                  <a:lnTo>
                    <a:pt x="5161873" y="285756"/>
                  </a:lnTo>
                  <a:lnTo>
                    <a:pt x="5187683" y="285707"/>
                  </a:lnTo>
                  <a:lnTo>
                    <a:pt x="5213492" y="285687"/>
                  </a:lnTo>
                  <a:lnTo>
                    <a:pt x="5239302" y="285702"/>
                  </a:lnTo>
                  <a:lnTo>
                    <a:pt x="5265111" y="285755"/>
                  </a:lnTo>
                  <a:lnTo>
                    <a:pt x="5290920" y="285848"/>
                  </a:lnTo>
                  <a:lnTo>
                    <a:pt x="5316730" y="285984"/>
                  </a:lnTo>
                  <a:lnTo>
                    <a:pt x="5342539" y="286166"/>
                  </a:lnTo>
                  <a:lnTo>
                    <a:pt x="5368348" y="286394"/>
                  </a:lnTo>
                  <a:lnTo>
                    <a:pt x="5394158" y="286670"/>
                  </a:lnTo>
                  <a:lnTo>
                    <a:pt x="5419967" y="286993"/>
                  </a:lnTo>
                  <a:lnTo>
                    <a:pt x="5445776" y="287363"/>
                  </a:lnTo>
                  <a:lnTo>
                    <a:pt x="5471586" y="287776"/>
                  </a:lnTo>
                  <a:lnTo>
                    <a:pt x="5497395" y="288230"/>
                  </a:lnTo>
                  <a:lnTo>
                    <a:pt x="5523205" y="288721"/>
                  </a:lnTo>
                  <a:lnTo>
                    <a:pt x="5549014" y="289245"/>
                  </a:lnTo>
                  <a:lnTo>
                    <a:pt x="5574823" y="289795"/>
                  </a:lnTo>
                  <a:lnTo>
                    <a:pt x="5600633" y="290366"/>
                  </a:lnTo>
                  <a:lnTo>
                    <a:pt x="5626442" y="290951"/>
                  </a:lnTo>
                  <a:lnTo>
                    <a:pt x="5652251" y="291543"/>
                  </a:lnTo>
                  <a:lnTo>
                    <a:pt x="5678061" y="292135"/>
                  </a:lnTo>
                  <a:lnTo>
                    <a:pt x="5703870" y="292719"/>
                  </a:lnTo>
                  <a:lnTo>
                    <a:pt x="5729680" y="293288"/>
                  </a:lnTo>
                  <a:lnTo>
                    <a:pt x="5755489" y="293835"/>
                  </a:lnTo>
                  <a:lnTo>
                    <a:pt x="5781298" y="294354"/>
                  </a:lnTo>
                  <a:lnTo>
                    <a:pt x="5807108" y="294837"/>
                  </a:lnTo>
                  <a:lnTo>
                    <a:pt x="5832917" y="295278"/>
                  </a:lnTo>
                  <a:lnTo>
                    <a:pt x="5858726" y="295673"/>
                  </a:lnTo>
                  <a:lnTo>
                    <a:pt x="5884536" y="296016"/>
                  </a:lnTo>
                  <a:lnTo>
                    <a:pt x="5910345" y="296303"/>
                  </a:lnTo>
                  <a:lnTo>
                    <a:pt x="5936154" y="296530"/>
                  </a:lnTo>
                  <a:lnTo>
                    <a:pt x="5961964" y="296692"/>
                  </a:lnTo>
                  <a:lnTo>
                    <a:pt x="5987773" y="296787"/>
                  </a:lnTo>
                  <a:lnTo>
                    <a:pt x="6013583" y="296812"/>
                  </a:lnTo>
                  <a:lnTo>
                    <a:pt x="6039392" y="296763"/>
                  </a:lnTo>
                  <a:lnTo>
                    <a:pt x="6065201" y="296638"/>
                  </a:lnTo>
                  <a:lnTo>
                    <a:pt x="6091011" y="296432"/>
                  </a:lnTo>
                  <a:lnTo>
                    <a:pt x="6116820" y="296142"/>
                  </a:lnTo>
                  <a:lnTo>
                    <a:pt x="6142629" y="295764"/>
                  </a:lnTo>
                  <a:lnTo>
                    <a:pt x="6168439" y="295292"/>
                  </a:lnTo>
                  <a:lnTo>
                    <a:pt x="6194248" y="294720"/>
                  </a:lnTo>
                  <a:lnTo>
                    <a:pt x="6220058" y="294042"/>
                  </a:lnTo>
                  <a:lnTo>
                    <a:pt x="6245867" y="293250"/>
                  </a:lnTo>
                  <a:lnTo>
                    <a:pt x="6271676" y="292335"/>
                  </a:lnTo>
                  <a:lnTo>
                    <a:pt x="6297486" y="291286"/>
                  </a:lnTo>
                  <a:lnTo>
                    <a:pt x="6323295" y="290092"/>
                  </a:lnTo>
                  <a:lnTo>
                    <a:pt x="6349104" y="288741"/>
                  </a:lnTo>
                  <a:lnTo>
                    <a:pt x="6374914" y="287219"/>
                  </a:lnTo>
                  <a:lnTo>
                    <a:pt x="6400723" y="285512"/>
                  </a:lnTo>
                  <a:lnTo>
                    <a:pt x="6426533" y="283604"/>
                  </a:lnTo>
                  <a:lnTo>
                    <a:pt x="6452342" y="281479"/>
                  </a:lnTo>
                  <a:lnTo>
                    <a:pt x="6478151" y="279121"/>
                  </a:lnTo>
                  <a:lnTo>
                    <a:pt x="6503961" y="276512"/>
                  </a:lnTo>
                  <a:lnTo>
                    <a:pt x="6529770" y="273636"/>
                  </a:lnTo>
                  <a:lnTo>
                    <a:pt x="6555579" y="270476"/>
                  </a:lnTo>
                  <a:lnTo>
                    <a:pt x="6581389" y="267016"/>
                  </a:lnTo>
                  <a:lnTo>
                    <a:pt x="6607198" y="263239"/>
                  </a:lnTo>
                  <a:lnTo>
                    <a:pt x="6633007" y="259133"/>
                  </a:lnTo>
                  <a:lnTo>
                    <a:pt x="6658817" y="254683"/>
                  </a:lnTo>
                  <a:lnTo>
                    <a:pt x="6684626" y="249879"/>
                  </a:lnTo>
                  <a:lnTo>
                    <a:pt x="6710436" y="244713"/>
                  </a:lnTo>
                  <a:lnTo>
                    <a:pt x="6736245" y="239177"/>
                  </a:lnTo>
                  <a:lnTo>
                    <a:pt x="6762054" y="233268"/>
                  </a:lnTo>
                  <a:lnTo>
                    <a:pt x="6787864" y="226985"/>
                  </a:lnTo>
                  <a:lnTo>
                    <a:pt x="6813673" y="220332"/>
                  </a:lnTo>
                  <a:lnTo>
                    <a:pt x="6839482" y="213314"/>
                  </a:lnTo>
                  <a:lnTo>
                    <a:pt x="6865292" y="205942"/>
                  </a:lnTo>
                  <a:lnTo>
                    <a:pt x="6891101" y="198230"/>
                  </a:lnTo>
                  <a:lnTo>
                    <a:pt x="6916911" y="190197"/>
                  </a:lnTo>
                  <a:lnTo>
                    <a:pt x="6942720" y="181865"/>
                  </a:lnTo>
                  <a:lnTo>
                    <a:pt x="6968529" y="173260"/>
                  </a:lnTo>
                  <a:lnTo>
                    <a:pt x="6994339" y="164414"/>
                  </a:lnTo>
                  <a:lnTo>
                    <a:pt x="7020148" y="155361"/>
                  </a:lnTo>
                  <a:lnTo>
                    <a:pt x="7045957" y="146140"/>
                  </a:lnTo>
                  <a:lnTo>
                    <a:pt x="7071767" y="136794"/>
                  </a:lnTo>
                  <a:lnTo>
                    <a:pt x="7097576" y="127369"/>
                  </a:lnTo>
                  <a:lnTo>
                    <a:pt x="7123385" y="117912"/>
                  </a:lnTo>
                  <a:lnTo>
                    <a:pt x="7149195" y="108476"/>
                  </a:lnTo>
                  <a:lnTo>
                    <a:pt x="7175004" y="99114"/>
                  </a:lnTo>
                  <a:lnTo>
                    <a:pt x="7200814" y="89880"/>
                  </a:lnTo>
                  <a:lnTo>
                    <a:pt x="7226623" y="80831"/>
                  </a:lnTo>
                  <a:lnTo>
                    <a:pt x="7252432" y="72022"/>
                  </a:lnTo>
                  <a:lnTo>
                    <a:pt x="7278242" y="63510"/>
                  </a:lnTo>
                  <a:lnTo>
                    <a:pt x="7304051" y="55349"/>
                  </a:lnTo>
                  <a:lnTo>
                    <a:pt x="7329860" y="47593"/>
                  </a:lnTo>
                  <a:lnTo>
                    <a:pt x="7355670" y="40291"/>
                  </a:lnTo>
                  <a:lnTo>
                    <a:pt x="7381479" y="33492"/>
                  </a:lnTo>
                  <a:lnTo>
                    <a:pt x="7407289" y="27239"/>
                  </a:lnTo>
                  <a:lnTo>
                    <a:pt x="7433098" y="21571"/>
                  </a:lnTo>
                  <a:lnTo>
                    <a:pt x="7458907" y="16521"/>
                  </a:lnTo>
                  <a:lnTo>
                    <a:pt x="7484717" y="12117"/>
                  </a:lnTo>
                  <a:lnTo>
                    <a:pt x="7510526" y="8383"/>
                  </a:lnTo>
                  <a:lnTo>
                    <a:pt x="7536335" y="5331"/>
                  </a:lnTo>
                  <a:lnTo>
                    <a:pt x="7562145" y="2971"/>
                  </a:lnTo>
                  <a:lnTo>
                    <a:pt x="7587954" y="1301"/>
                  </a:lnTo>
                  <a:lnTo>
                    <a:pt x="7613764" y="316"/>
                  </a:lnTo>
                  <a:lnTo>
                    <a:pt x="7639573" y="0"/>
                  </a:lnTo>
                  <a:lnTo>
                    <a:pt x="7665382" y="330"/>
                  </a:lnTo>
                  <a:lnTo>
                    <a:pt x="7691192" y="1276"/>
                  </a:lnTo>
                  <a:lnTo>
                    <a:pt x="7717001" y="2799"/>
                  </a:lnTo>
                  <a:lnTo>
                    <a:pt x="7742810" y="4856"/>
                  </a:lnTo>
                  <a:lnTo>
                    <a:pt x="7768620" y="7394"/>
                  </a:lnTo>
                  <a:lnTo>
                    <a:pt x="7794429" y="10356"/>
                  </a:lnTo>
                  <a:lnTo>
                    <a:pt x="7820238" y="13679"/>
                  </a:lnTo>
                  <a:lnTo>
                    <a:pt x="7846048" y="17296"/>
                  </a:lnTo>
                  <a:lnTo>
                    <a:pt x="7871857" y="21137"/>
                  </a:lnTo>
                  <a:lnTo>
                    <a:pt x="7897667" y="25127"/>
                  </a:lnTo>
                  <a:lnTo>
                    <a:pt x="7923476" y="29192"/>
                  </a:lnTo>
                  <a:lnTo>
                    <a:pt x="7949285" y="33255"/>
                  </a:lnTo>
                  <a:lnTo>
                    <a:pt x="7975095" y="37243"/>
                  </a:lnTo>
                  <a:lnTo>
                    <a:pt x="8000904" y="41080"/>
                  </a:lnTo>
                  <a:lnTo>
                    <a:pt x="8026713" y="44698"/>
                  </a:lnTo>
                  <a:lnTo>
                    <a:pt x="8052523" y="48029"/>
                  </a:lnTo>
                  <a:lnTo>
                    <a:pt x="8078332" y="51013"/>
                  </a:lnTo>
                  <a:lnTo>
                    <a:pt x="8104142" y="53595"/>
                  </a:lnTo>
                  <a:lnTo>
                    <a:pt x="8129951" y="55728"/>
                  </a:lnTo>
                  <a:lnTo>
                    <a:pt x="8155760" y="57373"/>
                  </a:lnTo>
                  <a:lnTo>
                    <a:pt x="8181570" y="58499"/>
                  </a:lnTo>
                  <a:lnTo>
                    <a:pt x="8207379" y="59087"/>
                  </a:lnTo>
                  <a:lnTo>
                    <a:pt x="8233188" y="59126"/>
                  </a:lnTo>
                  <a:lnTo>
                    <a:pt x="8258998" y="58617"/>
                  </a:lnTo>
                  <a:lnTo>
                    <a:pt x="8284807" y="57571"/>
                  </a:lnTo>
                  <a:lnTo>
                    <a:pt x="8310616" y="56010"/>
                  </a:lnTo>
                  <a:lnTo>
                    <a:pt x="8336426" y="53968"/>
                  </a:lnTo>
                  <a:lnTo>
                    <a:pt x="8362235" y="51486"/>
                  </a:lnTo>
                  <a:lnTo>
                    <a:pt x="8388045" y="48618"/>
                  </a:lnTo>
                  <a:lnTo>
                    <a:pt x="8413854" y="45425"/>
                  </a:lnTo>
                  <a:lnTo>
                    <a:pt x="8439663" y="41975"/>
                  </a:lnTo>
                  <a:lnTo>
                    <a:pt x="8465473" y="38346"/>
                  </a:lnTo>
                  <a:lnTo>
                    <a:pt x="8491282" y="34619"/>
                  </a:lnTo>
                  <a:lnTo>
                    <a:pt x="8517091" y="30878"/>
                  </a:lnTo>
                  <a:lnTo>
                    <a:pt x="8542901" y="27214"/>
                  </a:lnTo>
                  <a:lnTo>
                    <a:pt x="8568710" y="23716"/>
                  </a:lnTo>
                  <a:lnTo>
                    <a:pt x="8594520" y="20472"/>
                  </a:lnTo>
                  <a:lnTo>
                    <a:pt x="8620329" y="17571"/>
                  </a:lnTo>
                  <a:lnTo>
                    <a:pt x="8646138" y="15097"/>
                  </a:lnTo>
                  <a:lnTo>
                    <a:pt x="8671948" y="13127"/>
                  </a:lnTo>
                  <a:lnTo>
                    <a:pt x="8697757" y="11736"/>
                  </a:lnTo>
                  <a:lnTo>
                    <a:pt x="8723566" y="10987"/>
                  </a:lnTo>
                  <a:lnTo>
                    <a:pt x="8749376" y="10939"/>
                  </a:lnTo>
                  <a:lnTo>
                    <a:pt x="8775185" y="11636"/>
                  </a:lnTo>
                  <a:lnTo>
                    <a:pt x="8800995" y="13115"/>
                  </a:lnTo>
                  <a:lnTo>
                    <a:pt x="8826804" y="15403"/>
                  </a:lnTo>
                  <a:lnTo>
                    <a:pt x="8852613" y="18512"/>
                  </a:lnTo>
                  <a:lnTo>
                    <a:pt x="8878423" y="22447"/>
                  </a:lnTo>
                  <a:lnTo>
                    <a:pt x="8904232" y="27197"/>
                  </a:lnTo>
                  <a:lnTo>
                    <a:pt x="8930041" y="32744"/>
                  </a:lnTo>
                  <a:lnTo>
                    <a:pt x="8955851" y="39057"/>
                  </a:lnTo>
                  <a:lnTo>
                    <a:pt x="8981660" y="46097"/>
                  </a:lnTo>
                  <a:lnTo>
                    <a:pt x="9007469" y="53815"/>
                  </a:lnTo>
                  <a:lnTo>
                    <a:pt x="9033279" y="62155"/>
                  </a:lnTo>
                  <a:lnTo>
                    <a:pt x="9059088" y="71053"/>
                  </a:lnTo>
                  <a:lnTo>
                    <a:pt x="9084898" y="80440"/>
                  </a:lnTo>
                  <a:lnTo>
                    <a:pt x="9110707" y="90243"/>
                  </a:lnTo>
                  <a:lnTo>
                    <a:pt x="9136516" y="100385"/>
                  </a:lnTo>
                  <a:lnTo>
                    <a:pt x="9162326" y="110788"/>
                  </a:lnTo>
                  <a:lnTo>
                    <a:pt x="9188135" y="121372"/>
                  </a:lnTo>
                  <a:lnTo>
                    <a:pt x="9213944" y="132061"/>
                  </a:lnTo>
                  <a:lnTo>
                    <a:pt x="9239754" y="142776"/>
                  </a:lnTo>
                  <a:lnTo>
                    <a:pt x="9265563" y="153445"/>
                  </a:lnTo>
                  <a:lnTo>
                    <a:pt x="9291373" y="163996"/>
                  </a:lnTo>
                  <a:lnTo>
                    <a:pt x="9317182" y="174364"/>
                  </a:lnTo>
                  <a:lnTo>
                    <a:pt x="9342991" y="184489"/>
                  </a:lnTo>
                  <a:lnTo>
                    <a:pt x="9368801" y="194315"/>
                  </a:lnTo>
                  <a:lnTo>
                    <a:pt x="9394610" y="203793"/>
                  </a:lnTo>
                  <a:lnTo>
                    <a:pt x="9420419" y="212881"/>
                  </a:lnTo>
                  <a:lnTo>
                    <a:pt x="9446229" y="221541"/>
                  </a:lnTo>
                  <a:lnTo>
                    <a:pt x="9472038" y="229744"/>
                  </a:lnTo>
                  <a:lnTo>
                    <a:pt x="9497847" y="237467"/>
                  </a:lnTo>
                  <a:lnTo>
                    <a:pt x="9523657" y="244690"/>
                  </a:lnTo>
                  <a:lnTo>
                    <a:pt x="9549466" y="251403"/>
                  </a:lnTo>
                  <a:lnTo>
                    <a:pt x="9575276" y="257600"/>
                  </a:lnTo>
                  <a:lnTo>
                    <a:pt x="9601085" y="263279"/>
                  </a:lnTo>
                  <a:lnTo>
                    <a:pt x="9626894" y="268444"/>
                  </a:lnTo>
                  <a:lnTo>
                    <a:pt x="9652704" y="273102"/>
                  </a:lnTo>
                  <a:lnTo>
                    <a:pt x="9678513" y="277266"/>
                  </a:lnTo>
                  <a:lnTo>
                    <a:pt x="9704322" y="280950"/>
                  </a:lnTo>
                  <a:lnTo>
                    <a:pt x="9730132" y="284172"/>
                  </a:lnTo>
                  <a:lnTo>
                    <a:pt x="9755941" y="286953"/>
                  </a:lnTo>
                  <a:lnTo>
                    <a:pt x="9781751" y="289313"/>
                  </a:lnTo>
                  <a:lnTo>
                    <a:pt x="9807560" y="291277"/>
                  </a:lnTo>
                  <a:lnTo>
                    <a:pt x="9833369" y="292870"/>
                  </a:lnTo>
                  <a:lnTo>
                    <a:pt x="9859179" y="294116"/>
                  </a:lnTo>
                  <a:lnTo>
                    <a:pt x="9884988" y="295043"/>
                  </a:lnTo>
                  <a:lnTo>
                    <a:pt x="9910797" y="295677"/>
                  </a:lnTo>
                  <a:lnTo>
                    <a:pt x="9936607" y="296043"/>
                  </a:lnTo>
                  <a:lnTo>
                    <a:pt x="9962416" y="296169"/>
                  </a:lnTo>
                  <a:lnTo>
                    <a:pt x="9988226" y="296079"/>
                  </a:lnTo>
                  <a:lnTo>
                    <a:pt x="10014035" y="295800"/>
                  </a:lnTo>
                  <a:lnTo>
                    <a:pt x="10039844" y="295355"/>
                  </a:lnTo>
                  <a:lnTo>
                    <a:pt x="10065654" y="294769"/>
                  </a:lnTo>
                  <a:lnTo>
                    <a:pt x="10091463" y="294063"/>
                  </a:lnTo>
                  <a:lnTo>
                    <a:pt x="10117272" y="293262"/>
                  </a:lnTo>
                  <a:lnTo>
                    <a:pt x="10143082" y="292384"/>
                  </a:lnTo>
                  <a:lnTo>
                    <a:pt x="10168891" y="291451"/>
                  </a:lnTo>
                  <a:lnTo>
                    <a:pt x="10194700" y="290481"/>
                  </a:lnTo>
                  <a:lnTo>
                    <a:pt x="10220510" y="289491"/>
                  </a:lnTo>
                  <a:lnTo>
                    <a:pt x="10246319" y="288499"/>
                  </a:lnTo>
                  <a:lnTo>
                    <a:pt x="10272129" y="287519"/>
                  </a:lnTo>
                  <a:lnTo>
                    <a:pt x="10297938" y="286565"/>
                  </a:lnTo>
                  <a:lnTo>
                    <a:pt x="10323747" y="285651"/>
                  </a:lnTo>
                  <a:lnTo>
                    <a:pt x="10349557" y="284788"/>
                  </a:lnTo>
                  <a:lnTo>
                    <a:pt x="10375366" y="283986"/>
                  </a:lnTo>
                  <a:lnTo>
                    <a:pt x="10401175" y="283254"/>
                  </a:lnTo>
                  <a:lnTo>
                    <a:pt x="10426985" y="282599"/>
                  </a:lnTo>
                  <a:lnTo>
                    <a:pt x="10452794" y="282028"/>
                  </a:lnTo>
                  <a:lnTo>
                    <a:pt x="10478604" y="281546"/>
                  </a:lnTo>
                  <a:lnTo>
                    <a:pt x="10504413" y="281156"/>
                  </a:lnTo>
                  <a:lnTo>
                    <a:pt x="10530222" y="280862"/>
                  </a:lnTo>
                  <a:lnTo>
                    <a:pt x="10556032" y="280663"/>
                  </a:lnTo>
                  <a:lnTo>
                    <a:pt x="10581841" y="280561"/>
                  </a:lnTo>
                  <a:lnTo>
                    <a:pt x="10607650" y="280553"/>
                  </a:lnTo>
                  <a:lnTo>
                    <a:pt x="10633460" y="280638"/>
                  </a:lnTo>
                  <a:lnTo>
                    <a:pt x="10659269" y="280812"/>
                  </a:lnTo>
                  <a:lnTo>
                    <a:pt x="10685078" y="281070"/>
                  </a:lnTo>
                  <a:lnTo>
                    <a:pt x="10710888" y="281408"/>
                  </a:lnTo>
                  <a:lnTo>
                    <a:pt x="10736697" y="281820"/>
                  </a:lnTo>
                  <a:lnTo>
                    <a:pt x="10762507" y="282299"/>
                  </a:lnTo>
                  <a:lnTo>
                    <a:pt x="10788316" y="282836"/>
                  </a:lnTo>
                  <a:lnTo>
                    <a:pt x="10814125" y="283426"/>
                  </a:lnTo>
                  <a:lnTo>
                    <a:pt x="10839935" y="284059"/>
                  </a:lnTo>
                  <a:lnTo>
                    <a:pt x="10865744" y="284727"/>
                  </a:lnTo>
                  <a:lnTo>
                    <a:pt x="10891553" y="285422"/>
                  </a:lnTo>
                  <a:lnTo>
                    <a:pt x="10917363" y="286135"/>
                  </a:lnTo>
                  <a:lnTo>
                    <a:pt x="10943172" y="286857"/>
                  </a:lnTo>
                  <a:lnTo>
                    <a:pt x="10968982" y="287580"/>
                  </a:lnTo>
                  <a:lnTo>
                    <a:pt x="10994791" y="288297"/>
                  </a:lnTo>
                  <a:lnTo>
                    <a:pt x="11020600" y="289000"/>
                  </a:lnTo>
                  <a:lnTo>
                    <a:pt x="11046410" y="289681"/>
                  </a:lnTo>
                  <a:lnTo>
                    <a:pt x="11072219" y="290336"/>
                  </a:lnTo>
                  <a:lnTo>
                    <a:pt x="11098028" y="290957"/>
                  </a:lnTo>
                  <a:lnTo>
                    <a:pt x="11123838" y="291540"/>
                  </a:lnTo>
                  <a:lnTo>
                    <a:pt x="11149647" y="292081"/>
                  </a:lnTo>
                  <a:lnTo>
                    <a:pt x="11175457" y="292577"/>
                  </a:lnTo>
                  <a:lnTo>
                    <a:pt x="11201266" y="293025"/>
                  </a:lnTo>
                  <a:lnTo>
                    <a:pt x="11227075" y="293424"/>
                  </a:lnTo>
                  <a:lnTo>
                    <a:pt x="11252885" y="293773"/>
                  </a:lnTo>
                  <a:lnTo>
                    <a:pt x="11278694" y="294073"/>
                  </a:lnTo>
                  <a:lnTo>
                    <a:pt x="11304503" y="294325"/>
                  </a:lnTo>
                  <a:lnTo>
                    <a:pt x="11330313" y="294531"/>
                  </a:lnTo>
                  <a:lnTo>
                    <a:pt x="11356122" y="294694"/>
                  </a:lnTo>
                  <a:lnTo>
                    <a:pt x="11381931" y="294818"/>
                  </a:lnTo>
                  <a:lnTo>
                    <a:pt x="11407741" y="294906"/>
                  </a:lnTo>
                  <a:lnTo>
                    <a:pt x="11433550" y="294963"/>
                  </a:lnTo>
                  <a:lnTo>
                    <a:pt x="11459360" y="294996"/>
                  </a:lnTo>
                  <a:lnTo>
                    <a:pt x="11485169" y="295010"/>
                  </a:lnTo>
                  <a:lnTo>
                    <a:pt x="11510978" y="295010"/>
                  </a:lnTo>
                  <a:lnTo>
                    <a:pt x="11536788" y="295004"/>
                  </a:lnTo>
                  <a:lnTo>
                    <a:pt x="11562597" y="294997"/>
                  </a:lnTo>
                  <a:lnTo>
                    <a:pt x="11588406" y="294997"/>
                  </a:lnTo>
                  <a:lnTo>
                    <a:pt x="11614216" y="295009"/>
                  </a:lnTo>
                  <a:lnTo>
                    <a:pt x="11640025" y="295041"/>
                  </a:lnTo>
                  <a:lnTo>
                    <a:pt x="11665835" y="295097"/>
                  </a:lnTo>
                  <a:lnTo>
                    <a:pt x="11691644" y="295184"/>
                  </a:lnTo>
                  <a:lnTo>
                    <a:pt x="11717453" y="295306"/>
                  </a:lnTo>
                  <a:lnTo>
                    <a:pt x="11743263" y="295470"/>
                  </a:lnTo>
                  <a:lnTo>
                    <a:pt x="11769072" y="295677"/>
                  </a:lnTo>
                  <a:lnTo>
                    <a:pt x="11794881" y="295933"/>
                  </a:lnTo>
                  <a:lnTo>
                    <a:pt x="11820691" y="296240"/>
                  </a:lnTo>
                  <a:lnTo>
                    <a:pt x="11846500" y="296599"/>
                  </a:lnTo>
                  <a:lnTo>
                    <a:pt x="11872309" y="297011"/>
                  </a:lnTo>
                  <a:lnTo>
                    <a:pt x="11898119" y="297479"/>
                  </a:lnTo>
                  <a:lnTo>
                    <a:pt x="11923928" y="297999"/>
                  </a:lnTo>
                  <a:lnTo>
                    <a:pt x="11949738" y="298572"/>
                  </a:lnTo>
                  <a:lnTo>
                    <a:pt x="11975547" y="299196"/>
                  </a:lnTo>
                  <a:lnTo>
                    <a:pt x="12001356" y="299867"/>
                  </a:lnTo>
                  <a:lnTo>
                    <a:pt x="12027166" y="300582"/>
                  </a:lnTo>
                  <a:lnTo>
                    <a:pt x="12052975" y="301336"/>
                  </a:lnTo>
                  <a:lnTo>
                    <a:pt x="12078784" y="302125"/>
                  </a:lnTo>
                  <a:lnTo>
                    <a:pt x="12104594" y="302943"/>
                  </a:lnTo>
                  <a:lnTo>
                    <a:pt x="12130403" y="303784"/>
                  </a:lnTo>
                  <a:lnTo>
                    <a:pt x="12156213" y="304641"/>
                  </a:lnTo>
                  <a:lnTo>
                    <a:pt x="12182022" y="305508"/>
                  </a:lnTo>
                  <a:lnTo>
                    <a:pt x="12207831" y="306377"/>
                  </a:lnTo>
                  <a:lnTo>
                    <a:pt x="12233641" y="307240"/>
                  </a:lnTo>
                  <a:lnTo>
                    <a:pt x="12259450" y="308091"/>
                  </a:lnTo>
                  <a:lnTo>
                    <a:pt x="12285259" y="308922"/>
                  </a:lnTo>
                  <a:lnTo>
                    <a:pt x="12311069" y="309725"/>
                  </a:lnTo>
                  <a:lnTo>
                    <a:pt x="12336878" y="310493"/>
                  </a:lnTo>
                  <a:lnTo>
                    <a:pt x="12362687" y="311220"/>
                  </a:lnTo>
                </a:path>
              </a:pathLst>
            </a:custGeom>
            <a:noFill/>
            <a:ln w="57150">
              <a:solidFill>
                <a:srgbClr val="95ADB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 dirty="0">
                <a:latin typeface="Sentient" pitchFamily="50" charset="0"/>
              </a:endParaRPr>
            </a:p>
          </p:txBody>
        </p:sp>
        <p:sp>
          <p:nvSpPr>
            <p:cNvPr id="1465" name="TextBox 1464">
              <a:extLst>
                <a:ext uri="{FF2B5EF4-FFF2-40B4-BE49-F238E27FC236}">
                  <a16:creationId xmlns:a16="http://schemas.microsoft.com/office/drawing/2014/main" id="{65AD5873-D7DD-466E-8F49-5585386A2D9F}"/>
                </a:ext>
              </a:extLst>
            </p:cNvPr>
            <p:cNvSpPr txBox="1"/>
            <p:nvPr/>
          </p:nvSpPr>
          <p:spPr>
            <a:xfrm>
              <a:off x="25495727" y="16355034"/>
              <a:ext cx="3099247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BD294B"/>
                  </a:solidFill>
                  <a:latin typeface="Sentient" pitchFamily="50" charset="0"/>
                </a:rPr>
                <a:t>RETRIEVE × N</a:t>
              </a:r>
            </a:p>
          </p:txBody>
        </p:sp>
        <p:sp>
          <p:nvSpPr>
            <p:cNvPr id="1466" name="TextBox 1465">
              <a:extLst>
                <a:ext uri="{FF2B5EF4-FFF2-40B4-BE49-F238E27FC236}">
                  <a16:creationId xmlns:a16="http://schemas.microsoft.com/office/drawing/2014/main" id="{A6C23AAB-3FBF-4EAA-A71D-F50D09C8488D}"/>
                </a:ext>
              </a:extLst>
            </p:cNvPr>
            <p:cNvSpPr txBox="1"/>
            <p:nvPr/>
          </p:nvSpPr>
          <p:spPr>
            <a:xfrm>
              <a:off x="25495727" y="16669399"/>
              <a:ext cx="3851053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Sentient" pitchFamily="50" charset="0"/>
                </a:rPr>
                <a:t>Iterative retrieval and extra latency.</a:t>
              </a:r>
            </a:p>
          </p:txBody>
        </p:sp>
        <p:grpSp>
          <p:nvGrpSpPr>
            <p:cNvPr id="1467" name="그룹 1466">
              <a:extLst>
                <a:ext uri="{FF2B5EF4-FFF2-40B4-BE49-F238E27FC236}">
                  <a16:creationId xmlns:a16="http://schemas.microsoft.com/office/drawing/2014/main" id="{20A19B76-9C72-4B92-B970-93347E6609ED}"/>
                </a:ext>
              </a:extLst>
            </p:cNvPr>
            <p:cNvGrpSpPr/>
            <p:nvPr/>
          </p:nvGrpSpPr>
          <p:grpSpPr>
            <a:xfrm>
              <a:off x="29345631" y="16253900"/>
              <a:ext cx="483785" cy="830997"/>
              <a:chOff x="16924475" y="2557608"/>
              <a:chExt cx="292608" cy="651544"/>
            </a:xfrm>
          </p:grpSpPr>
          <p:sp>
            <p:nvSpPr>
              <p:cNvPr id="1648" name="Rounded Rectangle 259">
                <a:extLst>
                  <a:ext uri="{FF2B5EF4-FFF2-40B4-BE49-F238E27FC236}">
                    <a16:creationId xmlns:a16="http://schemas.microsoft.com/office/drawing/2014/main" id="{D56E25F9-0727-4FDF-AEAB-D45EF078E516}"/>
                  </a:ext>
                </a:extLst>
              </p:cNvPr>
              <p:cNvSpPr/>
              <p:nvPr/>
            </p:nvSpPr>
            <p:spPr>
              <a:xfrm>
                <a:off x="16924475" y="2719425"/>
                <a:ext cx="292608" cy="292608"/>
              </a:xfrm>
              <a:prstGeom prst="roundRect">
                <a:avLst>
                  <a:gd name="adj" fmla="val 12000"/>
                </a:avLst>
              </a:prstGeom>
              <a:solidFill>
                <a:srgbClr val="BD294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649" name="TextBox 1648">
                <a:extLst>
                  <a:ext uri="{FF2B5EF4-FFF2-40B4-BE49-F238E27FC236}">
                    <a16:creationId xmlns:a16="http://schemas.microsoft.com/office/drawing/2014/main" id="{3332E0A3-7803-407B-891D-4335485AC4DF}"/>
                  </a:ext>
                </a:extLst>
              </p:cNvPr>
              <p:cNvSpPr txBox="1"/>
              <p:nvPr/>
            </p:nvSpPr>
            <p:spPr>
              <a:xfrm>
                <a:off x="16938191" y="2557608"/>
                <a:ext cx="265176" cy="6515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5400" b="1" i="0" dirty="0">
                    <a:solidFill>
                      <a:srgbClr val="FFFFFF"/>
                    </a:solidFill>
                    <a:latin typeface="Sentient" pitchFamily="50" charset="0"/>
                  </a:rPr>
                  <a:t>×</a:t>
                </a:r>
              </a:p>
            </p:txBody>
          </p:sp>
        </p:grpSp>
        <p:sp>
          <p:nvSpPr>
            <p:cNvPr id="1468" name="Rounded Rectangle 261">
              <a:extLst>
                <a:ext uri="{FF2B5EF4-FFF2-40B4-BE49-F238E27FC236}">
                  <a16:creationId xmlns:a16="http://schemas.microsoft.com/office/drawing/2014/main" id="{314094D8-6803-4EE0-98CE-04CD2188065C}"/>
                </a:ext>
              </a:extLst>
            </p:cNvPr>
            <p:cNvSpPr/>
            <p:nvPr/>
          </p:nvSpPr>
          <p:spPr>
            <a:xfrm>
              <a:off x="613296" y="17104055"/>
              <a:ext cx="29465540" cy="789550"/>
            </a:xfrm>
            <a:prstGeom prst="roundRect">
              <a:avLst>
                <a:gd name="adj" fmla="val 12000"/>
              </a:avLst>
            </a:prstGeom>
            <a:solidFill>
              <a:srgbClr val="F6F8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69" name="Rectangle 262">
              <a:extLst>
                <a:ext uri="{FF2B5EF4-FFF2-40B4-BE49-F238E27FC236}">
                  <a16:creationId xmlns:a16="http://schemas.microsoft.com/office/drawing/2014/main" id="{515D71D6-FAE4-499A-B8E7-C3C80D62D23D}"/>
                </a:ext>
              </a:extLst>
            </p:cNvPr>
            <p:cNvSpPr/>
            <p:nvPr/>
          </p:nvSpPr>
          <p:spPr>
            <a:xfrm>
              <a:off x="1036109" y="17193856"/>
              <a:ext cx="71055" cy="524812"/>
            </a:xfrm>
            <a:prstGeom prst="rect">
              <a:avLst/>
            </a:prstGeom>
            <a:solidFill>
              <a:srgbClr val="C1CFD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70" name="TextBox 1469">
              <a:extLst>
                <a:ext uri="{FF2B5EF4-FFF2-40B4-BE49-F238E27FC236}">
                  <a16:creationId xmlns:a16="http://schemas.microsoft.com/office/drawing/2014/main" id="{70BE5A86-E51B-4D9C-9264-6F6318717923}"/>
                </a:ext>
              </a:extLst>
            </p:cNvPr>
            <p:cNvSpPr txBox="1"/>
            <p:nvPr/>
          </p:nvSpPr>
          <p:spPr>
            <a:xfrm>
              <a:off x="1338474" y="17191181"/>
              <a:ext cx="3855163" cy="3785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solidFill>
                    <a:srgbClr val="17293D"/>
                  </a:solidFill>
                  <a:latin typeface="Sentient" pitchFamily="50" charset="0"/>
                </a:rPr>
                <a:t>Fixed FPS</a:t>
              </a:r>
            </a:p>
          </p:txBody>
        </p:sp>
        <p:sp>
          <p:nvSpPr>
            <p:cNvPr id="1471" name="TextBox 1470">
              <a:extLst>
                <a:ext uri="{FF2B5EF4-FFF2-40B4-BE49-F238E27FC236}">
                  <a16:creationId xmlns:a16="http://schemas.microsoft.com/office/drawing/2014/main" id="{F9C8D5BE-9423-4D10-AD8A-25E617AE05EA}"/>
                </a:ext>
              </a:extLst>
            </p:cNvPr>
            <p:cNvSpPr txBox="1"/>
            <p:nvPr/>
          </p:nvSpPr>
          <p:spPr>
            <a:xfrm>
              <a:off x="1338474" y="17508456"/>
              <a:ext cx="3855163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68778B"/>
                  </a:solidFill>
                  <a:latin typeface="Sentient" pitchFamily="50" charset="0"/>
                </a:rPr>
                <a:t>Sampling</a:t>
              </a:r>
            </a:p>
          </p:txBody>
        </p:sp>
        <p:grpSp>
          <p:nvGrpSpPr>
            <p:cNvPr id="1472" name="그룹 1471">
              <a:extLst>
                <a:ext uri="{FF2B5EF4-FFF2-40B4-BE49-F238E27FC236}">
                  <a16:creationId xmlns:a16="http://schemas.microsoft.com/office/drawing/2014/main" id="{4F6AD816-E237-4EA0-9A05-BED74CD9B84E}"/>
                </a:ext>
              </a:extLst>
            </p:cNvPr>
            <p:cNvGrpSpPr/>
            <p:nvPr/>
          </p:nvGrpSpPr>
          <p:grpSpPr>
            <a:xfrm>
              <a:off x="5190007" y="17128030"/>
              <a:ext cx="20048022" cy="661262"/>
              <a:chOff x="2750148" y="5864656"/>
              <a:chExt cx="12125654" cy="518464"/>
            </a:xfrm>
          </p:grpSpPr>
          <p:sp>
            <p:nvSpPr>
              <p:cNvPr id="1569" name="Rounded Rectangle 265">
                <a:extLst>
                  <a:ext uri="{FF2B5EF4-FFF2-40B4-BE49-F238E27FC236}">
                    <a16:creationId xmlns:a16="http://schemas.microsoft.com/office/drawing/2014/main" id="{054FE5F0-3512-44C4-8D87-979E72B1BD87}"/>
                  </a:ext>
                </a:extLst>
              </p:cNvPr>
              <p:cNvSpPr/>
              <p:nvPr/>
            </p:nvSpPr>
            <p:spPr>
              <a:xfrm>
                <a:off x="2750148" y="5864656"/>
                <a:ext cx="12125654" cy="518464"/>
              </a:xfrm>
              <a:prstGeom prst="roundRect">
                <a:avLst>
                  <a:gd name="adj" fmla="val 12000"/>
                </a:avLst>
              </a:prstGeom>
              <a:solidFill>
                <a:srgbClr val="EDF2F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570" name="Rectangle 266">
                <a:extLst>
                  <a:ext uri="{FF2B5EF4-FFF2-40B4-BE49-F238E27FC236}">
                    <a16:creationId xmlns:a16="http://schemas.microsoft.com/office/drawing/2014/main" id="{7315753C-53B7-440E-8EED-7D75D10F84AB}"/>
                  </a:ext>
                </a:extLst>
              </p:cNvPr>
              <p:cNvSpPr/>
              <p:nvPr/>
            </p:nvSpPr>
            <p:spPr>
              <a:xfrm>
                <a:off x="9615802" y="5864656"/>
                <a:ext cx="2425130" cy="518464"/>
              </a:xfrm>
              <a:prstGeom prst="rect">
                <a:avLst/>
              </a:prstGeom>
              <a:solidFill>
                <a:srgbClr val="F5DDE4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571" name="Freeform 267">
                <a:extLst>
                  <a:ext uri="{FF2B5EF4-FFF2-40B4-BE49-F238E27FC236}">
                    <a16:creationId xmlns:a16="http://schemas.microsoft.com/office/drawing/2014/main" id="{8FCCF437-B528-4E17-820C-3A71A250CDF7}"/>
                  </a:ext>
                </a:extLst>
              </p:cNvPr>
              <p:cNvSpPr/>
              <p:nvPr/>
            </p:nvSpPr>
            <p:spPr>
              <a:xfrm>
                <a:off x="2750148" y="5976998"/>
                <a:ext cx="12125653" cy="312459"/>
              </a:xfrm>
              <a:custGeom>
                <a:avLst/>
                <a:gdLst/>
                <a:ahLst/>
                <a:cxnLst/>
                <a:rect l="l" t="t" r="r" b="b"/>
                <a:pathLst>
                  <a:path w="12362687" h="312459">
                    <a:moveTo>
                      <a:pt x="0" y="302322"/>
                    </a:moveTo>
                    <a:lnTo>
                      <a:pt x="25809" y="301506"/>
                    </a:lnTo>
                    <a:lnTo>
                      <a:pt x="51618" y="300663"/>
                    </a:lnTo>
                    <a:lnTo>
                      <a:pt x="77428" y="299799"/>
                    </a:lnTo>
                    <a:lnTo>
                      <a:pt x="103237" y="298922"/>
                    </a:lnTo>
                    <a:lnTo>
                      <a:pt x="129046" y="298039"/>
                    </a:lnTo>
                    <a:lnTo>
                      <a:pt x="154856" y="297159"/>
                    </a:lnTo>
                    <a:lnTo>
                      <a:pt x="180665" y="296287"/>
                    </a:lnTo>
                    <a:lnTo>
                      <a:pt x="206474" y="295434"/>
                    </a:lnTo>
                    <a:lnTo>
                      <a:pt x="232284" y="294605"/>
                    </a:lnTo>
                    <a:lnTo>
                      <a:pt x="258093" y="293809"/>
                    </a:lnTo>
                    <a:lnTo>
                      <a:pt x="283903" y="293052"/>
                    </a:lnTo>
                    <a:lnTo>
                      <a:pt x="309712" y="292341"/>
                    </a:lnTo>
                    <a:lnTo>
                      <a:pt x="335521" y="291684"/>
                    </a:lnTo>
                    <a:lnTo>
                      <a:pt x="361331" y="291084"/>
                    </a:lnTo>
                    <a:lnTo>
                      <a:pt x="387140" y="290549"/>
                    </a:lnTo>
                    <a:lnTo>
                      <a:pt x="412949" y="290081"/>
                    </a:lnTo>
                    <a:lnTo>
                      <a:pt x="438759" y="289686"/>
                    </a:lnTo>
                    <a:lnTo>
                      <a:pt x="464568" y="289366"/>
                    </a:lnTo>
                    <a:lnTo>
                      <a:pt x="490378" y="289123"/>
                    </a:lnTo>
                    <a:lnTo>
                      <a:pt x="516187" y="288959"/>
                    </a:lnTo>
                    <a:lnTo>
                      <a:pt x="541996" y="288874"/>
                    </a:lnTo>
                    <a:lnTo>
                      <a:pt x="567806" y="288869"/>
                    </a:lnTo>
                    <a:lnTo>
                      <a:pt x="593615" y="288941"/>
                    </a:lnTo>
                    <a:lnTo>
                      <a:pt x="619424" y="289090"/>
                    </a:lnTo>
                    <a:lnTo>
                      <a:pt x="645234" y="289313"/>
                    </a:lnTo>
                    <a:lnTo>
                      <a:pt x="671043" y="289607"/>
                    </a:lnTo>
                    <a:lnTo>
                      <a:pt x="696852" y="289966"/>
                    </a:lnTo>
                    <a:lnTo>
                      <a:pt x="722662" y="290387"/>
                    </a:lnTo>
                    <a:lnTo>
                      <a:pt x="748471" y="290864"/>
                    </a:lnTo>
                    <a:lnTo>
                      <a:pt x="774281" y="291391"/>
                    </a:lnTo>
                    <a:lnTo>
                      <a:pt x="800090" y="291962"/>
                    </a:lnTo>
                    <a:lnTo>
                      <a:pt x="825899" y="292570"/>
                    </a:lnTo>
                    <a:lnTo>
                      <a:pt x="851709" y="293209"/>
                    </a:lnTo>
                    <a:lnTo>
                      <a:pt x="877518" y="293870"/>
                    </a:lnTo>
                    <a:lnTo>
                      <a:pt x="903327" y="294548"/>
                    </a:lnTo>
                    <a:lnTo>
                      <a:pt x="929137" y="295234"/>
                    </a:lnTo>
                    <a:lnTo>
                      <a:pt x="954946" y="295921"/>
                    </a:lnTo>
                    <a:lnTo>
                      <a:pt x="980756" y="296603"/>
                    </a:lnTo>
                    <a:lnTo>
                      <a:pt x="1006565" y="297272"/>
                    </a:lnTo>
                    <a:lnTo>
                      <a:pt x="1032374" y="297922"/>
                    </a:lnTo>
                    <a:lnTo>
                      <a:pt x="1058184" y="298548"/>
                    </a:lnTo>
                    <a:lnTo>
                      <a:pt x="1083993" y="299143"/>
                    </a:lnTo>
                    <a:lnTo>
                      <a:pt x="1109802" y="299703"/>
                    </a:lnTo>
                    <a:lnTo>
                      <a:pt x="1135612" y="300223"/>
                    </a:lnTo>
                    <a:lnTo>
                      <a:pt x="1161421" y="300700"/>
                    </a:lnTo>
                    <a:lnTo>
                      <a:pt x="1187230" y="301130"/>
                    </a:lnTo>
                    <a:lnTo>
                      <a:pt x="1213040" y="301512"/>
                    </a:lnTo>
                    <a:lnTo>
                      <a:pt x="1238849" y="301845"/>
                    </a:lnTo>
                    <a:lnTo>
                      <a:pt x="1264659" y="302126"/>
                    </a:lnTo>
                    <a:lnTo>
                      <a:pt x="1290468" y="302357"/>
                    </a:lnTo>
                    <a:lnTo>
                      <a:pt x="1316277" y="302538"/>
                    </a:lnTo>
                    <a:lnTo>
                      <a:pt x="1342087" y="302671"/>
                    </a:lnTo>
                    <a:lnTo>
                      <a:pt x="1367896" y="302759"/>
                    </a:lnTo>
                    <a:lnTo>
                      <a:pt x="1393705" y="302803"/>
                    </a:lnTo>
                    <a:lnTo>
                      <a:pt x="1419515" y="302808"/>
                    </a:lnTo>
                    <a:lnTo>
                      <a:pt x="1445324" y="302778"/>
                    </a:lnTo>
                    <a:lnTo>
                      <a:pt x="1471134" y="302717"/>
                    </a:lnTo>
                    <a:lnTo>
                      <a:pt x="1496943" y="302631"/>
                    </a:lnTo>
                    <a:lnTo>
                      <a:pt x="1522752" y="302526"/>
                    </a:lnTo>
                    <a:lnTo>
                      <a:pt x="1548562" y="302406"/>
                    </a:lnTo>
                    <a:lnTo>
                      <a:pt x="1574371" y="302277"/>
                    </a:lnTo>
                    <a:lnTo>
                      <a:pt x="1600180" y="302147"/>
                    </a:lnTo>
                    <a:lnTo>
                      <a:pt x="1625990" y="302021"/>
                    </a:lnTo>
                    <a:lnTo>
                      <a:pt x="1651799" y="301904"/>
                    </a:lnTo>
                    <a:lnTo>
                      <a:pt x="1677609" y="301803"/>
                    </a:lnTo>
                    <a:lnTo>
                      <a:pt x="1703418" y="301723"/>
                    </a:lnTo>
                    <a:lnTo>
                      <a:pt x="1729227" y="301670"/>
                    </a:lnTo>
                    <a:lnTo>
                      <a:pt x="1755037" y="301647"/>
                    </a:lnTo>
                    <a:lnTo>
                      <a:pt x="1780846" y="301661"/>
                    </a:lnTo>
                    <a:lnTo>
                      <a:pt x="1806655" y="301713"/>
                    </a:lnTo>
                    <a:lnTo>
                      <a:pt x="1832465" y="301808"/>
                    </a:lnTo>
                    <a:lnTo>
                      <a:pt x="1858274" y="301948"/>
                    </a:lnTo>
                    <a:lnTo>
                      <a:pt x="1884083" y="302135"/>
                    </a:lnTo>
                    <a:lnTo>
                      <a:pt x="1909893" y="302369"/>
                    </a:lnTo>
                    <a:lnTo>
                      <a:pt x="1935702" y="302651"/>
                    </a:lnTo>
                    <a:lnTo>
                      <a:pt x="1961512" y="302980"/>
                    </a:lnTo>
                    <a:lnTo>
                      <a:pt x="1987321" y="303354"/>
                    </a:lnTo>
                    <a:lnTo>
                      <a:pt x="2013130" y="303773"/>
                    </a:lnTo>
                    <a:lnTo>
                      <a:pt x="2038940" y="304232"/>
                    </a:lnTo>
                    <a:lnTo>
                      <a:pt x="2064749" y="304727"/>
                    </a:lnTo>
                    <a:lnTo>
                      <a:pt x="2090558" y="305255"/>
                    </a:lnTo>
                    <a:lnTo>
                      <a:pt x="2116368" y="305810"/>
                    </a:lnTo>
                    <a:lnTo>
                      <a:pt x="2142177" y="306386"/>
                    </a:lnTo>
                    <a:lnTo>
                      <a:pt x="2167987" y="306976"/>
                    </a:lnTo>
                    <a:lnTo>
                      <a:pt x="2193796" y="307575"/>
                    </a:lnTo>
                    <a:lnTo>
                      <a:pt x="2219605" y="308173"/>
                    </a:lnTo>
                    <a:lnTo>
                      <a:pt x="2245415" y="308764"/>
                    </a:lnTo>
                    <a:lnTo>
                      <a:pt x="2271224" y="309339"/>
                    </a:lnTo>
                    <a:lnTo>
                      <a:pt x="2297033" y="309890"/>
                    </a:lnTo>
                    <a:lnTo>
                      <a:pt x="2322843" y="310409"/>
                    </a:lnTo>
                    <a:lnTo>
                      <a:pt x="2348652" y="310888"/>
                    </a:lnTo>
                    <a:lnTo>
                      <a:pt x="2374461" y="311317"/>
                    </a:lnTo>
                    <a:lnTo>
                      <a:pt x="2400271" y="311690"/>
                    </a:lnTo>
                    <a:lnTo>
                      <a:pt x="2426080" y="311997"/>
                    </a:lnTo>
                    <a:lnTo>
                      <a:pt x="2451890" y="312232"/>
                    </a:lnTo>
                    <a:lnTo>
                      <a:pt x="2477699" y="312388"/>
                    </a:lnTo>
                    <a:lnTo>
                      <a:pt x="2503508" y="312459"/>
                    </a:lnTo>
                    <a:lnTo>
                      <a:pt x="2529318" y="312438"/>
                    </a:lnTo>
                    <a:lnTo>
                      <a:pt x="2555127" y="312322"/>
                    </a:lnTo>
                    <a:lnTo>
                      <a:pt x="2580936" y="312105"/>
                    </a:lnTo>
                    <a:lnTo>
                      <a:pt x="2606746" y="311784"/>
                    </a:lnTo>
                    <a:lnTo>
                      <a:pt x="2632555" y="311358"/>
                    </a:lnTo>
                    <a:lnTo>
                      <a:pt x="2658365" y="310825"/>
                    </a:lnTo>
                    <a:lnTo>
                      <a:pt x="2684174" y="310184"/>
                    </a:lnTo>
                    <a:lnTo>
                      <a:pt x="2709983" y="309437"/>
                    </a:lnTo>
                    <a:lnTo>
                      <a:pt x="2735793" y="308586"/>
                    </a:lnTo>
                    <a:lnTo>
                      <a:pt x="2761602" y="307633"/>
                    </a:lnTo>
                    <a:lnTo>
                      <a:pt x="2787411" y="306583"/>
                    </a:lnTo>
                    <a:lnTo>
                      <a:pt x="2813221" y="305441"/>
                    </a:lnTo>
                    <a:lnTo>
                      <a:pt x="2839030" y="304213"/>
                    </a:lnTo>
                    <a:lnTo>
                      <a:pt x="2864840" y="302908"/>
                    </a:lnTo>
                    <a:lnTo>
                      <a:pt x="2890649" y="301532"/>
                    </a:lnTo>
                    <a:lnTo>
                      <a:pt x="2916458" y="300096"/>
                    </a:lnTo>
                    <a:lnTo>
                      <a:pt x="2942268" y="298610"/>
                    </a:lnTo>
                    <a:lnTo>
                      <a:pt x="2968077" y="297084"/>
                    </a:lnTo>
                    <a:lnTo>
                      <a:pt x="2993886" y="295529"/>
                    </a:lnTo>
                    <a:lnTo>
                      <a:pt x="3019696" y="293958"/>
                    </a:lnTo>
                    <a:lnTo>
                      <a:pt x="3045505" y="292383"/>
                    </a:lnTo>
                    <a:lnTo>
                      <a:pt x="3071314" y="290817"/>
                    </a:lnTo>
                    <a:lnTo>
                      <a:pt x="3097124" y="289271"/>
                    </a:lnTo>
                    <a:lnTo>
                      <a:pt x="3122933" y="287759"/>
                    </a:lnTo>
                    <a:lnTo>
                      <a:pt x="3148743" y="286293"/>
                    </a:lnTo>
                    <a:lnTo>
                      <a:pt x="3174552" y="284885"/>
                    </a:lnTo>
                    <a:lnTo>
                      <a:pt x="3200361" y="283546"/>
                    </a:lnTo>
                    <a:lnTo>
                      <a:pt x="3226171" y="282288"/>
                    </a:lnTo>
                    <a:lnTo>
                      <a:pt x="3251980" y="281120"/>
                    </a:lnTo>
                    <a:lnTo>
                      <a:pt x="3277789" y="280051"/>
                    </a:lnTo>
                    <a:lnTo>
                      <a:pt x="3303599" y="279089"/>
                    </a:lnTo>
                    <a:lnTo>
                      <a:pt x="3329408" y="278242"/>
                    </a:lnTo>
                    <a:lnTo>
                      <a:pt x="3355218" y="277514"/>
                    </a:lnTo>
                    <a:lnTo>
                      <a:pt x="3381027" y="276911"/>
                    </a:lnTo>
                    <a:lnTo>
                      <a:pt x="3406836" y="276435"/>
                    </a:lnTo>
                    <a:lnTo>
                      <a:pt x="3432646" y="276087"/>
                    </a:lnTo>
                    <a:lnTo>
                      <a:pt x="3458455" y="275867"/>
                    </a:lnTo>
                    <a:lnTo>
                      <a:pt x="3484264" y="275775"/>
                    </a:lnTo>
                    <a:lnTo>
                      <a:pt x="3510074" y="275807"/>
                    </a:lnTo>
                    <a:lnTo>
                      <a:pt x="3535883" y="275959"/>
                    </a:lnTo>
                    <a:lnTo>
                      <a:pt x="3561692" y="276226"/>
                    </a:lnTo>
                    <a:lnTo>
                      <a:pt x="3587502" y="276601"/>
                    </a:lnTo>
                    <a:lnTo>
                      <a:pt x="3613311" y="277075"/>
                    </a:lnTo>
                    <a:lnTo>
                      <a:pt x="3639121" y="277641"/>
                    </a:lnTo>
                    <a:lnTo>
                      <a:pt x="3664930" y="278288"/>
                    </a:lnTo>
                    <a:lnTo>
                      <a:pt x="3690739" y="279006"/>
                    </a:lnTo>
                    <a:lnTo>
                      <a:pt x="3716549" y="279785"/>
                    </a:lnTo>
                    <a:lnTo>
                      <a:pt x="3742358" y="280613"/>
                    </a:lnTo>
                    <a:lnTo>
                      <a:pt x="3768167" y="281477"/>
                    </a:lnTo>
                    <a:lnTo>
                      <a:pt x="3793977" y="282368"/>
                    </a:lnTo>
                    <a:lnTo>
                      <a:pt x="3819786" y="283273"/>
                    </a:lnTo>
                    <a:lnTo>
                      <a:pt x="3845596" y="284181"/>
                    </a:lnTo>
                    <a:lnTo>
                      <a:pt x="3871405" y="285082"/>
                    </a:lnTo>
                    <a:lnTo>
                      <a:pt x="3897214" y="285964"/>
                    </a:lnTo>
                    <a:lnTo>
                      <a:pt x="3923024" y="286819"/>
                    </a:lnTo>
                    <a:lnTo>
                      <a:pt x="3948833" y="287637"/>
                    </a:lnTo>
                    <a:lnTo>
                      <a:pt x="3974642" y="288412"/>
                    </a:lnTo>
                    <a:lnTo>
                      <a:pt x="4000452" y="289135"/>
                    </a:lnTo>
                    <a:lnTo>
                      <a:pt x="4026261" y="289801"/>
                    </a:lnTo>
                    <a:lnTo>
                      <a:pt x="4052071" y="290406"/>
                    </a:lnTo>
                    <a:lnTo>
                      <a:pt x="4077880" y="290945"/>
                    </a:lnTo>
                    <a:lnTo>
                      <a:pt x="4103689" y="291416"/>
                    </a:lnTo>
                    <a:lnTo>
                      <a:pt x="4129499" y="291817"/>
                    </a:lnTo>
                    <a:lnTo>
                      <a:pt x="4155308" y="292148"/>
                    </a:lnTo>
                    <a:lnTo>
                      <a:pt x="4181117" y="292411"/>
                    </a:lnTo>
                    <a:lnTo>
                      <a:pt x="4206927" y="292605"/>
                    </a:lnTo>
                    <a:lnTo>
                      <a:pt x="4232736" y="292734"/>
                    </a:lnTo>
                    <a:lnTo>
                      <a:pt x="4258545" y="292801"/>
                    </a:lnTo>
                    <a:lnTo>
                      <a:pt x="4284355" y="292809"/>
                    </a:lnTo>
                    <a:lnTo>
                      <a:pt x="4310164" y="292764"/>
                    </a:lnTo>
                    <a:lnTo>
                      <a:pt x="4335974" y="292670"/>
                    </a:lnTo>
                    <a:lnTo>
                      <a:pt x="4361783" y="292532"/>
                    </a:lnTo>
                    <a:lnTo>
                      <a:pt x="4387592" y="292356"/>
                    </a:lnTo>
                    <a:lnTo>
                      <a:pt x="4413402" y="292148"/>
                    </a:lnTo>
                    <a:lnTo>
                      <a:pt x="4439211" y="291912"/>
                    </a:lnTo>
                    <a:lnTo>
                      <a:pt x="4465020" y="291655"/>
                    </a:lnTo>
                    <a:lnTo>
                      <a:pt x="4490830" y="291381"/>
                    </a:lnTo>
                    <a:lnTo>
                      <a:pt x="4516639" y="291095"/>
                    </a:lnTo>
                    <a:lnTo>
                      <a:pt x="4542449" y="290803"/>
                    </a:lnTo>
                    <a:lnTo>
                      <a:pt x="4568258" y="290507"/>
                    </a:lnTo>
                    <a:lnTo>
                      <a:pt x="4594067" y="290211"/>
                    </a:lnTo>
                    <a:lnTo>
                      <a:pt x="4619877" y="289918"/>
                    </a:lnTo>
                    <a:lnTo>
                      <a:pt x="4645686" y="289631"/>
                    </a:lnTo>
                    <a:lnTo>
                      <a:pt x="4671495" y="289350"/>
                    </a:lnTo>
                    <a:lnTo>
                      <a:pt x="4697305" y="289079"/>
                    </a:lnTo>
                    <a:lnTo>
                      <a:pt x="4723114" y="288816"/>
                    </a:lnTo>
                    <a:lnTo>
                      <a:pt x="4748923" y="288564"/>
                    </a:lnTo>
                    <a:lnTo>
                      <a:pt x="4774733" y="288320"/>
                    </a:lnTo>
                    <a:lnTo>
                      <a:pt x="4800542" y="288086"/>
                    </a:lnTo>
                    <a:lnTo>
                      <a:pt x="4826352" y="287861"/>
                    </a:lnTo>
                    <a:lnTo>
                      <a:pt x="4852161" y="287644"/>
                    </a:lnTo>
                    <a:lnTo>
                      <a:pt x="4877970" y="287435"/>
                    </a:lnTo>
                    <a:lnTo>
                      <a:pt x="4903780" y="287233"/>
                    </a:lnTo>
                    <a:lnTo>
                      <a:pt x="4929589" y="287038"/>
                    </a:lnTo>
                    <a:lnTo>
                      <a:pt x="4955398" y="286850"/>
                    </a:lnTo>
                    <a:lnTo>
                      <a:pt x="4981208" y="286670"/>
                    </a:lnTo>
                    <a:lnTo>
                      <a:pt x="5007017" y="286499"/>
                    </a:lnTo>
                    <a:lnTo>
                      <a:pt x="5032827" y="286337"/>
                    </a:lnTo>
                    <a:lnTo>
                      <a:pt x="5058636" y="286187"/>
                    </a:lnTo>
                    <a:lnTo>
                      <a:pt x="5084445" y="286051"/>
                    </a:lnTo>
                    <a:lnTo>
                      <a:pt x="5110255" y="285932"/>
                    </a:lnTo>
                    <a:lnTo>
                      <a:pt x="5136064" y="285832"/>
                    </a:lnTo>
                    <a:lnTo>
                      <a:pt x="5161873" y="285756"/>
                    </a:lnTo>
                    <a:lnTo>
                      <a:pt x="5187683" y="285706"/>
                    </a:lnTo>
                    <a:lnTo>
                      <a:pt x="5213492" y="285687"/>
                    </a:lnTo>
                    <a:lnTo>
                      <a:pt x="5239302" y="285702"/>
                    </a:lnTo>
                    <a:lnTo>
                      <a:pt x="5265111" y="285754"/>
                    </a:lnTo>
                    <a:lnTo>
                      <a:pt x="5290920" y="285847"/>
                    </a:lnTo>
                    <a:lnTo>
                      <a:pt x="5316730" y="285984"/>
                    </a:lnTo>
                    <a:lnTo>
                      <a:pt x="5342539" y="286165"/>
                    </a:lnTo>
                    <a:lnTo>
                      <a:pt x="5368348" y="286394"/>
                    </a:lnTo>
                    <a:lnTo>
                      <a:pt x="5394158" y="286670"/>
                    </a:lnTo>
                    <a:lnTo>
                      <a:pt x="5419967" y="286993"/>
                    </a:lnTo>
                    <a:lnTo>
                      <a:pt x="5445776" y="287362"/>
                    </a:lnTo>
                    <a:lnTo>
                      <a:pt x="5471586" y="287775"/>
                    </a:lnTo>
                    <a:lnTo>
                      <a:pt x="5497395" y="288230"/>
                    </a:lnTo>
                    <a:lnTo>
                      <a:pt x="5523205" y="288721"/>
                    </a:lnTo>
                    <a:lnTo>
                      <a:pt x="5549014" y="289244"/>
                    </a:lnTo>
                    <a:lnTo>
                      <a:pt x="5574823" y="289795"/>
                    </a:lnTo>
                    <a:lnTo>
                      <a:pt x="5600633" y="290365"/>
                    </a:lnTo>
                    <a:lnTo>
                      <a:pt x="5626442" y="290950"/>
                    </a:lnTo>
                    <a:lnTo>
                      <a:pt x="5652251" y="291542"/>
                    </a:lnTo>
                    <a:lnTo>
                      <a:pt x="5678061" y="292134"/>
                    </a:lnTo>
                    <a:lnTo>
                      <a:pt x="5703870" y="292718"/>
                    </a:lnTo>
                    <a:lnTo>
                      <a:pt x="5729680" y="293288"/>
                    </a:lnTo>
                    <a:lnTo>
                      <a:pt x="5755489" y="293835"/>
                    </a:lnTo>
                    <a:lnTo>
                      <a:pt x="5781298" y="294353"/>
                    </a:lnTo>
                    <a:lnTo>
                      <a:pt x="5807108" y="294836"/>
                    </a:lnTo>
                    <a:lnTo>
                      <a:pt x="5832917" y="295278"/>
                    </a:lnTo>
                    <a:lnTo>
                      <a:pt x="5858726" y="295673"/>
                    </a:lnTo>
                    <a:lnTo>
                      <a:pt x="5884536" y="296016"/>
                    </a:lnTo>
                    <a:lnTo>
                      <a:pt x="5910345" y="296303"/>
                    </a:lnTo>
                    <a:lnTo>
                      <a:pt x="5936154" y="296529"/>
                    </a:lnTo>
                    <a:lnTo>
                      <a:pt x="5961964" y="296692"/>
                    </a:lnTo>
                    <a:lnTo>
                      <a:pt x="5987773" y="296787"/>
                    </a:lnTo>
                    <a:lnTo>
                      <a:pt x="6013583" y="296812"/>
                    </a:lnTo>
                    <a:lnTo>
                      <a:pt x="6039392" y="296763"/>
                    </a:lnTo>
                    <a:lnTo>
                      <a:pt x="6065201" y="296637"/>
                    </a:lnTo>
                    <a:lnTo>
                      <a:pt x="6091011" y="296432"/>
                    </a:lnTo>
                    <a:lnTo>
                      <a:pt x="6116820" y="296142"/>
                    </a:lnTo>
                    <a:lnTo>
                      <a:pt x="6142629" y="295763"/>
                    </a:lnTo>
                    <a:lnTo>
                      <a:pt x="6168439" y="295291"/>
                    </a:lnTo>
                    <a:lnTo>
                      <a:pt x="6194248" y="294720"/>
                    </a:lnTo>
                    <a:lnTo>
                      <a:pt x="6220058" y="294042"/>
                    </a:lnTo>
                    <a:lnTo>
                      <a:pt x="6245867" y="293250"/>
                    </a:lnTo>
                    <a:lnTo>
                      <a:pt x="6271676" y="292334"/>
                    </a:lnTo>
                    <a:lnTo>
                      <a:pt x="6297486" y="291285"/>
                    </a:lnTo>
                    <a:lnTo>
                      <a:pt x="6323295" y="290092"/>
                    </a:lnTo>
                    <a:lnTo>
                      <a:pt x="6349104" y="288740"/>
                    </a:lnTo>
                    <a:lnTo>
                      <a:pt x="6374914" y="287219"/>
                    </a:lnTo>
                    <a:lnTo>
                      <a:pt x="6400723" y="285511"/>
                    </a:lnTo>
                    <a:lnTo>
                      <a:pt x="6426533" y="283603"/>
                    </a:lnTo>
                    <a:lnTo>
                      <a:pt x="6452342" y="281479"/>
                    </a:lnTo>
                    <a:lnTo>
                      <a:pt x="6478151" y="279120"/>
                    </a:lnTo>
                    <a:lnTo>
                      <a:pt x="6503961" y="276512"/>
                    </a:lnTo>
                    <a:lnTo>
                      <a:pt x="6529770" y="273636"/>
                    </a:lnTo>
                    <a:lnTo>
                      <a:pt x="6555579" y="270476"/>
                    </a:lnTo>
                    <a:lnTo>
                      <a:pt x="6581389" y="267015"/>
                    </a:lnTo>
                    <a:lnTo>
                      <a:pt x="6607198" y="263239"/>
                    </a:lnTo>
                    <a:lnTo>
                      <a:pt x="6633007" y="259132"/>
                    </a:lnTo>
                    <a:lnTo>
                      <a:pt x="6658817" y="254683"/>
                    </a:lnTo>
                    <a:lnTo>
                      <a:pt x="6684626" y="249879"/>
                    </a:lnTo>
                    <a:lnTo>
                      <a:pt x="6710436" y="244712"/>
                    </a:lnTo>
                    <a:lnTo>
                      <a:pt x="6736245" y="239176"/>
                    </a:lnTo>
                    <a:lnTo>
                      <a:pt x="6762054" y="233267"/>
                    </a:lnTo>
                    <a:lnTo>
                      <a:pt x="6787864" y="226985"/>
                    </a:lnTo>
                    <a:lnTo>
                      <a:pt x="6813673" y="220331"/>
                    </a:lnTo>
                    <a:lnTo>
                      <a:pt x="6839482" y="213313"/>
                    </a:lnTo>
                    <a:lnTo>
                      <a:pt x="6865292" y="205942"/>
                    </a:lnTo>
                    <a:lnTo>
                      <a:pt x="6891101" y="198230"/>
                    </a:lnTo>
                    <a:lnTo>
                      <a:pt x="6916911" y="190197"/>
                    </a:lnTo>
                    <a:lnTo>
                      <a:pt x="6942720" y="181864"/>
                    </a:lnTo>
                    <a:lnTo>
                      <a:pt x="6968529" y="173260"/>
                    </a:lnTo>
                    <a:lnTo>
                      <a:pt x="6994339" y="164413"/>
                    </a:lnTo>
                    <a:lnTo>
                      <a:pt x="7020148" y="155361"/>
                    </a:lnTo>
                    <a:lnTo>
                      <a:pt x="7045957" y="146140"/>
                    </a:lnTo>
                    <a:lnTo>
                      <a:pt x="7071767" y="136794"/>
                    </a:lnTo>
                    <a:lnTo>
                      <a:pt x="7097576" y="127368"/>
                    </a:lnTo>
                    <a:lnTo>
                      <a:pt x="7123385" y="117912"/>
                    </a:lnTo>
                    <a:lnTo>
                      <a:pt x="7149195" y="108476"/>
                    </a:lnTo>
                    <a:lnTo>
                      <a:pt x="7175004" y="99113"/>
                    </a:lnTo>
                    <a:lnTo>
                      <a:pt x="7200814" y="89880"/>
                    </a:lnTo>
                    <a:lnTo>
                      <a:pt x="7226623" y="80830"/>
                    </a:lnTo>
                    <a:lnTo>
                      <a:pt x="7252432" y="72022"/>
                    </a:lnTo>
                    <a:lnTo>
                      <a:pt x="7278242" y="63510"/>
                    </a:lnTo>
                    <a:lnTo>
                      <a:pt x="7304051" y="55349"/>
                    </a:lnTo>
                    <a:lnTo>
                      <a:pt x="7329860" y="47592"/>
                    </a:lnTo>
                    <a:lnTo>
                      <a:pt x="7355670" y="40291"/>
                    </a:lnTo>
                    <a:lnTo>
                      <a:pt x="7381479" y="33492"/>
                    </a:lnTo>
                    <a:lnTo>
                      <a:pt x="7407289" y="27239"/>
                    </a:lnTo>
                    <a:lnTo>
                      <a:pt x="7433098" y="21570"/>
                    </a:lnTo>
                    <a:lnTo>
                      <a:pt x="7458907" y="16520"/>
                    </a:lnTo>
                    <a:lnTo>
                      <a:pt x="7484717" y="12117"/>
                    </a:lnTo>
                    <a:lnTo>
                      <a:pt x="7510526" y="8382"/>
                    </a:lnTo>
                    <a:lnTo>
                      <a:pt x="7536335" y="5331"/>
                    </a:lnTo>
                    <a:lnTo>
                      <a:pt x="7562145" y="2970"/>
                    </a:lnTo>
                    <a:lnTo>
                      <a:pt x="7587954" y="1301"/>
                    </a:lnTo>
                    <a:lnTo>
                      <a:pt x="7613764" y="316"/>
                    </a:lnTo>
                    <a:lnTo>
                      <a:pt x="7639573" y="0"/>
                    </a:lnTo>
                    <a:lnTo>
                      <a:pt x="7665382" y="330"/>
                    </a:lnTo>
                    <a:lnTo>
                      <a:pt x="7691192" y="1275"/>
                    </a:lnTo>
                    <a:lnTo>
                      <a:pt x="7717001" y="2799"/>
                    </a:lnTo>
                    <a:lnTo>
                      <a:pt x="7742810" y="4855"/>
                    </a:lnTo>
                    <a:lnTo>
                      <a:pt x="7768620" y="7393"/>
                    </a:lnTo>
                    <a:lnTo>
                      <a:pt x="7794429" y="10355"/>
                    </a:lnTo>
                    <a:lnTo>
                      <a:pt x="7820238" y="13679"/>
                    </a:lnTo>
                    <a:lnTo>
                      <a:pt x="7846048" y="17296"/>
                    </a:lnTo>
                    <a:lnTo>
                      <a:pt x="7871857" y="21137"/>
                    </a:lnTo>
                    <a:lnTo>
                      <a:pt x="7897667" y="25127"/>
                    </a:lnTo>
                    <a:lnTo>
                      <a:pt x="7923476" y="29192"/>
                    </a:lnTo>
                    <a:lnTo>
                      <a:pt x="7949285" y="33255"/>
                    </a:lnTo>
                    <a:lnTo>
                      <a:pt x="7975095" y="37242"/>
                    </a:lnTo>
                    <a:lnTo>
                      <a:pt x="8000904" y="41080"/>
                    </a:lnTo>
                    <a:lnTo>
                      <a:pt x="8026713" y="44697"/>
                    </a:lnTo>
                    <a:lnTo>
                      <a:pt x="8052523" y="48028"/>
                    </a:lnTo>
                    <a:lnTo>
                      <a:pt x="8078332" y="51012"/>
                    </a:lnTo>
                    <a:lnTo>
                      <a:pt x="8104142" y="53595"/>
                    </a:lnTo>
                    <a:lnTo>
                      <a:pt x="8129951" y="55728"/>
                    </a:lnTo>
                    <a:lnTo>
                      <a:pt x="8155760" y="57372"/>
                    </a:lnTo>
                    <a:lnTo>
                      <a:pt x="8181570" y="58498"/>
                    </a:lnTo>
                    <a:lnTo>
                      <a:pt x="8207379" y="59086"/>
                    </a:lnTo>
                    <a:lnTo>
                      <a:pt x="8233188" y="59125"/>
                    </a:lnTo>
                    <a:lnTo>
                      <a:pt x="8258998" y="58616"/>
                    </a:lnTo>
                    <a:lnTo>
                      <a:pt x="8284807" y="57570"/>
                    </a:lnTo>
                    <a:lnTo>
                      <a:pt x="8310616" y="56010"/>
                    </a:lnTo>
                    <a:lnTo>
                      <a:pt x="8336426" y="53967"/>
                    </a:lnTo>
                    <a:lnTo>
                      <a:pt x="8362235" y="51486"/>
                    </a:lnTo>
                    <a:lnTo>
                      <a:pt x="8388045" y="48618"/>
                    </a:lnTo>
                    <a:lnTo>
                      <a:pt x="8413854" y="45424"/>
                    </a:lnTo>
                    <a:lnTo>
                      <a:pt x="8439663" y="41975"/>
                    </a:lnTo>
                    <a:lnTo>
                      <a:pt x="8465473" y="38346"/>
                    </a:lnTo>
                    <a:lnTo>
                      <a:pt x="8491282" y="34618"/>
                    </a:lnTo>
                    <a:lnTo>
                      <a:pt x="8517091" y="30878"/>
                    </a:lnTo>
                    <a:lnTo>
                      <a:pt x="8542901" y="27214"/>
                    </a:lnTo>
                    <a:lnTo>
                      <a:pt x="8568710" y="23715"/>
                    </a:lnTo>
                    <a:lnTo>
                      <a:pt x="8594520" y="20472"/>
                    </a:lnTo>
                    <a:lnTo>
                      <a:pt x="8620329" y="17571"/>
                    </a:lnTo>
                    <a:lnTo>
                      <a:pt x="8646138" y="15096"/>
                    </a:lnTo>
                    <a:lnTo>
                      <a:pt x="8671948" y="13127"/>
                    </a:lnTo>
                    <a:lnTo>
                      <a:pt x="8697757" y="11735"/>
                    </a:lnTo>
                    <a:lnTo>
                      <a:pt x="8723566" y="10987"/>
                    </a:lnTo>
                    <a:lnTo>
                      <a:pt x="8749376" y="10938"/>
                    </a:lnTo>
                    <a:lnTo>
                      <a:pt x="8775185" y="11635"/>
                    </a:lnTo>
                    <a:lnTo>
                      <a:pt x="8800995" y="13115"/>
                    </a:lnTo>
                    <a:lnTo>
                      <a:pt x="8826804" y="15403"/>
                    </a:lnTo>
                    <a:lnTo>
                      <a:pt x="8852613" y="18512"/>
                    </a:lnTo>
                    <a:lnTo>
                      <a:pt x="8878423" y="22446"/>
                    </a:lnTo>
                    <a:lnTo>
                      <a:pt x="8904232" y="27196"/>
                    </a:lnTo>
                    <a:lnTo>
                      <a:pt x="8930041" y="32743"/>
                    </a:lnTo>
                    <a:lnTo>
                      <a:pt x="8955851" y="39057"/>
                    </a:lnTo>
                    <a:lnTo>
                      <a:pt x="8981660" y="46097"/>
                    </a:lnTo>
                    <a:lnTo>
                      <a:pt x="9007469" y="53815"/>
                    </a:lnTo>
                    <a:lnTo>
                      <a:pt x="9033279" y="62155"/>
                    </a:lnTo>
                    <a:lnTo>
                      <a:pt x="9059088" y="71053"/>
                    </a:lnTo>
                    <a:lnTo>
                      <a:pt x="9084898" y="80440"/>
                    </a:lnTo>
                    <a:lnTo>
                      <a:pt x="9110707" y="90243"/>
                    </a:lnTo>
                    <a:lnTo>
                      <a:pt x="9136516" y="100385"/>
                    </a:lnTo>
                    <a:lnTo>
                      <a:pt x="9162326" y="110787"/>
                    </a:lnTo>
                    <a:lnTo>
                      <a:pt x="9188135" y="121372"/>
                    </a:lnTo>
                    <a:lnTo>
                      <a:pt x="9213944" y="132060"/>
                    </a:lnTo>
                    <a:lnTo>
                      <a:pt x="9239754" y="142776"/>
                    </a:lnTo>
                    <a:lnTo>
                      <a:pt x="9265563" y="153444"/>
                    </a:lnTo>
                    <a:lnTo>
                      <a:pt x="9291373" y="163995"/>
                    </a:lnTo>
                    <a:lnTo>
                      <a:pt x="9317182" y="174364"/>
                    </a:lnTo>
                    <a:lnTo>
                      <a:pt x="9342991" y="184489"/>
                    </a:lnTo>
                    <a:lnTo>
                      <a:pt x="9368801" y="194315"/>
                    </a:lnTo>
                    <a:lnTo>
                      <a:pt x="9394610" y="203793"/>
                    </a:lnTo>
                    <a:lnTo>
                      <a:pt x="9420419" y="212880"/>
                    </a:lnTo>
                    <a:lnTo>
                      <a:pt x="9446229" y="221541"/>
                    </a:lnTo>
                    <a:lnTo>
                      <a:pt x="9472038" y="229744"/>
                    </a:lnTo>
                    <a:lnTo>
                      <a:pt x="9497847" y="237466"/>
                    </a:lnTo>
                    <a:lnTo>
                      <a:pt x="9523657" y="244690"/>
                    </a:lnTo>
                    <a:lnTo>
                      <a:pt x="9549466" y="251403"/>
                    </a:lnTo>
                    <a:lnTo>
                      <a:pt x="9575276" y="257600"/>
                    </a:lnTo>
                    <a:lnTo>
                      <a:pt x="9601085" y="263279"/>
                    </a:lnTo>
                    <a:lnTo>
                      <a:pt x="9626894" y="268443"/>
                    </a:lnTo>
                    <a:lnTo>
                      <a:pt x="9652704" y="273102"/>
                    </a:lnTo>
                    <a:lnTo>
                      <a:pt x="9678513" y="277266"/>
                    </a:lnTo>
                    <a:lnTo>
                      <a:pt x="9704322" y="280950"/>
                    </a:lnTo>
                    <a:lnTo>
                      <a:pt x="9730132" y="284172"/>
                    </a:lnTo>
                    <a:lnTo>
                      <a:pt x="9755941" y="286952"/>
                    </a:lnTo>
                    <a:lnTo>
                      <a:pt x="9781751" y="289313"/>
                    </a:lnTo>
                    <a:lnTo>
                      <a:pt x="9807560" y="291277"/>
                    </a:lnTo>
                    <a:lnTo>
                      <a:pt x="9833369" y="292869"/>
                    </a:lnTo>
                    <a:lnTo>
                      <a:pt x="9859179" y="294116"/>
                    </a:lnTo>
                    <a:lnTo>
                      <a:pt x="9884988" y="295043"/>
                    </a:lnTo>
                    <a:lnTo>
                      <a:pt x="9910797" y="295677"/>
                    </a:lnTo>
                    <a:lnTo>
                      <a:pt x="9936607" y="296043"/>
                    </a:lnTo>
                    <a:lnTo>
                      <a:pt x="9962416" y="296169"/>
                    </a:lnTo>
                    <a:lnTo>
                      <a:pt x="9988226" y="296079"/>
                    </a:lnTo>
                    <a:lnTo>
                      <a:pt x="10014035" y="295799"/>
                    </a:lnTo>
                    <a:lnTo>
                      <a:pt x="10039844" y="295355"/>
                    </a:lnTo>
                    <a:lnTo>
                      <a:pt x="10065654" y="294768"/>
                    </a:lnTo>
                    <a:lnTo>
                      <a:pt x="10091463" y="294063"/>
                    </a:lnTo>
                    <a:lnTo>
                      <a:pt x="10117272" y="293261"/>
                    </a:lnTo>
                    <a:lnTo>
                      <a:pt x="10143082" y="292384"/>
                    </a:lnTo>
                    <a:lnTo>
                      <a:pt x="10168891" y="291451"/>
                    </a:lnTo>
                    <a:lnTo>
                      <a:pt x="10194700" y="290480"/>
                    </a:lnTo>
                    <a:lnTo>
                      <a:pt x="10220510" y="289491"/>
                    </a:lnTo>
                    <a:lnTo>
                      <a:pt x="10246319" y="288498"/>
                    </a:lnTo>
                    <a:lnTo>
                      <a:pt x="10272129" y="287518"/>
                    </a:lnTo>
                    <a:lnTo>
                      <a:pt x="10297938" y="286565"/>
                    </a:lnTo>
                    <a:lnTo>
                      <a:pt x="10323747" y="285651"/>
                    </a:lnTo>
                    <a:lnTo>
                      <a:pt x="10349557" y="284788"/>
                    </a:lnTo>
                    <a:lnTo>
                      <a:pt x="10375366" y="283985"/>
                    </a:lnTo>
                    <a:lnTo>
                      <a:pt x="10401175" y="283253"/>
                    </a:lnTo>
                    <a:lnTo>
                      <a:pt x="10426985" y="282598"/>
                    </a:lnTo>
                    <a:lnTo>
                      <a:pt x="10452794" y="282028"/>
                    </a:lnTo>
                    <a:lnTo>
                      <a:pt x="10478604" y="281546"/>
                    </a:lnTo>
                    <a:lnTo>
                      <a:pt x="10504413" y="281156"/>
                    </a:lnTo>
                    <a:lnTo>
                      <a:pt x="10530222" y="280861"/>
                    </a:lnTo>
                    <a:lnTo>
                      <a:pt x="10556032" y="280663"/>
                    </a:lnTo>
                    <a:lnTo>
                      <a:pt x="10581841" y="280560"/>
                    </a:lnTo>
                    <a:lnTo>
                      <a:pt x="10607650" y="280553"/>
                    </a:lnTo>
                    <a:lnTo>
                      <a:pt x="10633460" y="280637"/>
                    </a:lnTo>
                    <a:lnTo>
                      <a:pt x="10659269" y="280811"/>
                    </a:lnTo>
                    <a:lnTo>
                      <a:pt x="10685078" y="281070"/>
                    </a:lnTo>
                    <a:lnTo>
                      <a:pt x="10710888" y="281408"/>
                    </a:lnTo>
                    <a:lnTo>
                      <a:pt x="10736697" y="281820"/>
                    </a:lnTo>
                    <a:lnTo>
                      <a:pt x="10762507" y="282298"/>
                    </a:lnTo>
                    <a:lnTo>
                      <a:pt x="10788316" y="282836"/>
                    </a:lnTo>
                    <a:lnTo>
                      <a:pt x="10814125" y="283426"/>
                    </a:lnTo>
                    <a:lnTo>
                      <a:pt x="10839935" y="284059"/>
                    </a:lnTo>
                    <a:lnTo>
                      <a:pt x="10865744" y="284727"/>
                    </a:lnTo>
                    <a:lnTo>
                      <a:pt x="10891553" y="285422"/>
                    </a:lnTo>
                    <a:lnTo>
                      <a:pt x="10917363" y="286134"/>
                    </a:lnTo>
                    <a:lnTo>
                      <a:pt x="10943172" y="286856"/>
                    </a:lnTo>
                    <a:lnTo>
                      <a:pt x="10968982" y="287580"/>
                    </a:lnTo>
                    <a:lnTo>
                      <a:pt x="10994791" y="288297"/>
                    </a:lnTo>
                    <a:lnTo>
                      <a:pt x="11020600" y="288999"/>
                    </a:lnTo>
                    <a:lnTo>
                      <a:pt x="11046410" y="289681"/>
                    </a:lnTo>
                    <a:lnTo>
                      <a:pt x="11072219" y="290335"/>
                    </a:lnTo>
                    <a:lnTo>
                      <a:pt x="11098028" y="290956"/>
                    </a:lnTo>
                    <a:lnTo>
                      <a:pt x="11123838" y="291539"/>
                    </a:lnTo>
                    <a:lnTo>
                      <a:pt x="11149647" y="292080"/>
                    </a:lnTo>
                    <a:lnTo>
                      <a:pt x="11175457" y="292576"/>
                    </a:lnTo>
                    <a:lnTo>
                      <a:pt x="11201266" y="293024"/>
                    </a:lnTo>
                    <a:lnTo>
                      <a:pt x="11227075" y="293423"/>
                    </a:lnTo>
                    <a:lnTo>
                      <a:pt x="11252885" y="293773"/>
                    </a:lnTo>
                    <a:lnTo>
                      <a:pt x="11278694" y="294073"/>
                    </a:lnTo>
                    <a:lnTo>
                      <a:pt x="11304503" y="294325"/>
                    </a:lnTo>
                    <a:lnTo>
                      <a:pt x="11330313" y="294531"/>
                    </a:lnTo>
                    <a:lnTo>
                      <a:pt x="11356122" y="294694"/>
                    </a:lnTo>
                    <a:lnTo>
                      <a:pt x="11381931" y="294817"/>
                    </a:lnTo>
                    <a:lnTo>
                      <a:pt x="11407741" y="294905"/>
                    </a:lnTo>
                    <a:lnTo>
                      <a:pt x="11433550" y="294963"/>
                    </a:lnTo>
                    <a:lnTo>
                      <a:pt x="11459360" y="294996"/>
                    </a:lnTo>
                    <a:lnTo>
                      <a:pt x="11485169" y="295009"/>
                    </a:lnTo>
                    <a:lnTo>
                      <a:pt x="11510978" y="295010"/>
                    </a:lnTo>
                    <a:lnTo>
                      <a:pt x="11536788" y="295003"/>
                    </a:lnTo>
                    <a:lnTo>
                      <a:pt x="11562597" y="294997"/>
                    </a:lnTo>
                    <a:lnTo>
                      <a:pt x="11588406" y="294996"/>
                    </a:lnTo>
                    <a:lnTo>
                      <a:pt x="11614216" y="295009"/>
                    </a:lnTo>
                    <a:lnTo>
                      <a:pt x="11640025" y="295040"/>
                    </a:lnTo>
                    <a:lnTo>
                      <a:pt x="11665835" y="295096"/>
                    </a:lnTo>
                    <a:lnTo>
                      <a:pt x="11691644" y="295183"/>
                    </a:lnTo>
                    <a:lnTo>
                      <a:pt x="11717453" y="295306"/>
                    </a:lnTo>
                    <a:lnTo>
                      <a:pt x="11743263" y="295469"/>
                    </a:lnTo>
                    <a:lnTo>
                      <a:pt x="11769072" y="295677"/>
                    </a:lnTo>
                    <a:lnTo>
                      <a:pt x="11794881" y="295933"/>
                    </a:lnTo>
                    <a:lnTo>
                      <a:pt x="11820691" y="296239"/>
                    </a:lnTo>
                    <a:lnTo>
                      <a:pt x="11846500" y="296598"/>
                    </a:lnTo>
                    <a:lnTo>
                      <a:pt x="11872309" y="297011"/>
                    </a:lnTo>
                    <a:lnTo>
                      <a:pt x="11898119" y="297478"/>
                    </a:lnTo>
                    <a:lnTo>
                      <a:pt x="11923928" y="297999"/>
                    </a:lnTo>
                    <a:lnTo>
                      <a:pt x="11949738" y="298572"/>
                    </a:lnTo>
                    <a:lnTo>
                      <a:pt x="11975547" y="299196"/>
                    </a:lnTo>
                    <a:lnTo>
                      <a:pt x="12001356" y="299867"/>
                    </a:lnTo>
                    <a:lnTo>
                      <a:pt x="12027166" y="300581"/>
                    </a:lnTo>
                    <a:lnTo>
                      <a:pt x="12052975" y="301336"/>
                    </a:lnTo>
                    <a:lnTo>
                      <a:pt x="12078784" y="302125"/>
                    </a:lnTo>
                    <a:lnTo>
                      <a:pt x="12104594" y="302943"/>
                    </a:lnTo>
                    <a:lnTo>
                      <a:pt x="12130403" y="303784"/>
                    </a:lnTo>
                    <a:lnTo>
                      <a:pt x="12156213" y="304641"/>
                    </a:lnTo>
                    <a:lnTo>
                      <a:pt x="12182022" y="305507"/>
                    </a:lnTo>
                    <a:lnTo>
                      <a:pt x="12207831" y="306376"/>
                    </a:lnTo>
                    <a:lnTo>
                      <a:pt x="12233641" y="307240"/>
                    </a:lnTo>
                    <a:lnTo>
                      <a:pt x="12259450" y="308091"/>
                    </a:lnTo>
                    <a:lnTo>
                      <a:pt x="12285259" y="308921"/>
                    </a:lnTo>
                    <a:lnTo>
                      <a:pt x="12311069" y="309725"/>
                    </a:lnTo>
                    <a:lnTo>
                      <a:pt x="12336878" y="310493"/>
                    </a:lnTo>
                    <a:lnTo>
                      <a:pt x="12362687" y="311220"/>
                    </a:lnTo>
                  </a:path>
                </a:pathLst>
              </a:custGeom>
              <a:noFill/>
              <a:ln w="57150">
                <a:solidFill>
                  <a:srgbClr val="95AD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cxnSp>
            <p:nvCxnSpPr>
              <p:cNvPr id="1572" name="Connector 268">
                <a:extLst>
                  <a:ext uri="{FF2B5EF4-FFF2-40B4-BE49-F238E27FC236}">
                    <a16:creationId xmlns:a16="http://schemas.microsoft.com/office/drawing/2014/main" id="{09F57259-2C46-4007-AD15-E5235075A68E}"/>
                  </a:ext>
                </a:extLst>
              </p:cNvPr>
              <p:cNvCxnSpPr/>
              <p:nvPr/>
            </p:nvCxnSpPr>
            <p:spPr>
              <a:xfrm>
                <a:off x="282290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3" name="Connector 269">
                <a:extLst>
                  <a:ext uri="{FF2B5EF4-FFF2-40B4-BE49-F238E27FC236}">
                    <a16:creationId xmlns:a16="http://schemas.microsoft.com/office/drawing/2014/main" id="{C365E93D-AF3D-487E-BDF3-B0193A83A722}"/>
                  </a:ext>
                </a:extLst>
              </p:cNvPr>
              <p:cNvCxnSpPr/>
              <p:nvPr/>
            </p:nvCxnSpPr>
            <p:spPr>
              <a:xfrm>
                <a:off x="298263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4" name="Connector 270">
                <a:extLst>
                  <a:ext uri="{FF2B5EF4-FFF2-40B4-BE49-F238E27FC236}">
                    <a16:creationId xmlns:a16="http://schemas.microsoft.com/office/drawing/2014/main" id="{88D3190D-C92F-484C-A17F-F791DC4AD73D}"/>
                  </a:ext>
                </a:extLst>
              </p:cNvPr>
              <p:cNvCxnSpPr/>
              <p:nvPr/>
            </p:nvCxnSpPr>
            <p:spPr>
              <a:xfrm>
                <a:off x="314237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5" name="Connector 271">
                <a:extLst>
                  <a:ext uri="{FF2B5EF4-FFF2-40B4-BE49-F238E27FC236}">
                    <a16:creationId xmlns:a16="http://schemas.microsoft.com/office/drawing/2014/main" id="{2E0B8BB6-B862-492B-BD11-0E53BA33E96A}"/>
                  </a:ext>
                </a:extLst>
              </p:cNvPr>
              <p:cNvCxnSpPr/>
              <p:nvPr/>
            </p:nvCxnSpPr>
            <p:spPr>
              <a:xfrm>
                <a:off x="330210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6" name="Connector 272">
                <a:extLst>
                  <a:ext uri="{FF2B5EF4-FFF2-40B4-BE49-F238E27FC236}">
                    <a16:creationId xmlns:a16="http://schemas.microsoft.com/office/drawing/2014/main" id="{8D2244E3-7955-49B4-9CE9-8DA4A6A32E5A}"/>
                  </a:ext>
                </a:extLst>
              </p:cNvPr>
              <p:cNvCxnSpPr/>
              <p:nvPr/>
            </p:nvCxnSpPr>
            <p:spPr>
              <a:xfrm>
                <a:off x="346184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7" name="Connector 273">
                <a:extLst>
                  <a:ext uri="{FF2B5EF4-FFF2-40B4-BE49-F238E27FC236}">
                    <a16:creationId xmlns:a16="http://schemas.microsoft.com/office/drawing/2014/main" id="{920E2EE4-4A63-421C-A0BF-096014CD76F9}"/>
                  </a:ext>
                </a:extLst>
              </p:cNvPr>
              <p:cNvCxnSpPr/>
              <p:nvPr/>
            </p:nvCxnSpPr>
            <p:spPr>
              <a:xfrm>
                <a:off x="362157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8" name="Connector 274">
                <a:extLst>
                  <a:ext uri="{FF2B5EF4-FFF2-40B4-BE49-F238E27FC236}">
                    <a16:creationId xmlns:a16="http://schemas.microsoft.com/office/drawing/2014/main" id="{2C1CC709-4F10-4691-9C7E-3B3755CAE341}"/>
                  </a:ext>
                </a:extLst>
              </p:cNvPr>
              <p:cNvCxnSpPr/>
              <p:nvPr/>
            </p:nvCxnSpPr>
            <p:spPr>
              <a:xfrm>
                <a:off x="378131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9" name="Connector 275">
                <a:extLst>
                  <a:ext uri="{FF2B5EF4-FFF2-40B4-BE49-F238E27FC236}">
                    <a16:creationId xmlns:a16="http://schemas.microsoft.com/office/drawing/2014/main" id="{C2F5ECC9-37C3-45C1-8D00-64859944F3A0}"/>
                  </a:ext>
                </a:extLst>
              </p:cNvPr>
              <p:cNvCxnSpPr/>
              <p:nvPr/>
            </p:nvCxnSpPr>
            <p:spPr>
              <a:xfrm>
                <a:off x="394104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0" name="Connector 276">
                <a:extLst>
                  <a:ext uri="{FF2B5EF4-FFF2-40B4-BE49-F238E27FC236}">
                    <a16:creationId xmlns:a16="http://schemas.microsoft.com/office/drawing/2014/main" id="{62CE0755-1BEB-477B-9C0E-1995E8C60E23}"/>
                  </a:ext>
                </a:extLst>
              </p:cNvPr>
              <p:cNvCxnSpPr/>
              <p:nvPr/>
            </p:nvCxnSpPr>
            <p:spPr>
              <a:xfrm>
                <a:off x="410078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1" name="Connector 277">
                <a:extLst>
                  <a:ext uri="{FF2B5EF4-FFF2-40B4-BE49-F238E27FC236}">
                    <a16:creationId xmlns:a16="http://schemas.microsoft.com/office/drawing/2014/main" id="{2F4F5DE3-E583-4DA5-ACC0-BBBC327B0717}"/>
                  </a:ext>
                </a:extLst>
              </p:cNvPr>
              <p:cNvCxnSpPr/>
              <p:nvPr/>
            </p:nvCxnSpPr>
            <p:spPr>
              <a:xfrm>
                <a:off x="4260519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2" name="Connector 278">
                <a:extLst>
                  <a:ext uri="{FF2B5EF4-FFF2-40B4-BE49-F238E27FC236}">
                    <a16:creationId xmlns:a16="http://schemas.microsoft.com/office/drawing/2014/main" id="{372ABCED-5B96-4D2C-9C13-FD49775FD621}"/>
                  </a:ext>
                </a:extLst>
              </p:cNvPr>
              <p:cNvCxnSpPr/>
              <p:nvPr/>
            </p:nvCxnSpPr>
            <p:spPr>
              <a:xfrm>
                <a:off x="442025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3" name="Connector 279">
                <a:extLst>
                  <a:ext uri="{FF2B5EF4-FFF2-40B4-BE49-F238E27FC236}">
                    <a16:creationId xmlns:a16="http://schemas.microsoft.com/office/drawing/2014/main" id="{213A39C1-62E0-4A8E-BB93-D729B465D678}"/>
                  </a:ext>
                </a:extLst>
              </p:cNvPr>
              <p:cNvCxnSpPr/>
              <p:nvPr/>
            </p:nvCxnSpPr>
            <p:spPr>
              <a:xfrm>
                <a:off x="4579990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4" name="Connector 280">
                <a:extLst>
                  <a:ext uri="{FF2B5EF4-FFF2-40B4-BE49-F238E27FC236}">
                    <a16:creationId xmlns:a16="http://schemas.microsoft.com/office/drawing/2014/main" id="{FFC2FB5C-49CF-4590-99F7-987DD7617B7B}"/>
                  </a:ext>
                </a:extLst>
              </p:cNvPr>
              <p:cNvCxnSpPr/>
              <p:nvPr/>
            </p:nvCxnSpPr>
            <p:spPr>
              <a:xfrm>
                <a:off x="473972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5" name="Connector 281">
                <a:extLst>
                  <a:ext uri="{FF2B5EF4-FFF2-40B4-BE49-F238E27FC236}">
                    <a16:creationId xmlns:a16="http://schemas.microsoft.com/office/drawing/2014/main" id="{CC5C3A84-4353-486E-80CE-FDC5EFB2B32B}"/>
                  </a:ext>
                </a:extLst>
              </p:cNvPr>
              <p:cNvCxnSpPr/>
              <p:nvPr/>
            </p:nvCxnSpPr>
            <p:spPr>
              <a:xfrm>
                <a:off x="4899460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6" name="Connector 282">
                <a:extLst>
                  <a:ext uri="{FF2B5EF4-FFF2-40B4-BE49-F238E27FC236}">
                    <a16:creationId xmlns:a16="http://schemas.microsoft.com/office/drawing/2014/main" id="{074C4AA8-E8C7-4525-9432-F8FE111A5D7B}"/>
                  </a:ext>
                </a:extLst>
              </p:cNvPr>
              <p:cNvCxnSpPr/>
              <p:nvPr/>
            </p:nvCxnSpPr>
            <p:spPr>
              <a:xfrm>
                <a:off x="505919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7" name="Connector 283">
                <a:extLst>
                  <a:ext uri="{FF2B5EF4-FFF2-40B4-BE49-F238E27FC236}">
                    <a16:creationId xmlns:a16="http://schemas.microsoft.com/office/drawing/2014/main" id="{85D26C20-ACF4-4C03-805E-57CB045AC3E0}"/>
                  </a:ext>
                </a:extLst>
              </p:cNvPr>
              <p:cNvCxnSpPr/>
              <p:nvPr/>
            </p:nvCxnSpPr>
            <p:spPr>
              <a:xfrm>
                <a:off x="521893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8" name="Connector 284">
                <a:extLst>
                  <a:ext uri="{FF2B5EF4-FFF2-40B4-BE49-F238E27FC236}">
                    <a16:creationId xmlns:a16="http://schemas.microsoft.com/office/drawing/2014/main" id="{855241B2-F73A-43D4-917C-CC0693C8BF68}"/>
                  </a:ext>
                </a:extLst>
              </p:cNvPr>
              <p:cNvCxnSpPr/>
              <p:nvPr/>
            </p:nvCxnSpPr>
            <p:spPr>
              <a:xfrm>
                <a:off x="537866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9" name="Connector 285">
                <a:extLst>
                  <a:ext uri="{FF2B5EF4-FFF2-40B4-BE49-F238E27FC236}">
                    <a16:creationId xmlns:a16="http://schemas.microsoft.com/office/drawing/2014/main" id="{5B9B7885-DD07-43D5-8CC7-F014304DC00E}"/>
                  </a:ext>
                </a:extLst>
              </p:cNvPr>
              <p:cNvCxnSpPr/>
              <p:nvPr/>
            </p:nvCxnSpPr>
            <p:spPr>
              <a:xfrm>
                <a:off x="553840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0" name="Connector 286">
                <a:extLst>
                  <a:ext uri="{FF2B5EF4-FFF2-40B4-BE49-F238E27FC236}">
                    <a16:creationId xmlns:a16="http://schemas.microsoft.com/office/drawing/2014/main" id="{58CE0B81-03B2-4749-8508-B2470687B4D6}"/>
                  </a:ext>
                </a:extLst>
              </p:cNvPr>
              <p:cNvCxnSpPr/>
              <p:nvPr/>
            </p:nvCxnSpPr>
            <p:spPr>
              <a:xfrm>
                <a:off x="569813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1" name="Connector 287">
                <a:extLst>
                  <a:ext uri="{FF2B5EF4-FFF2-40B4-BE49-F238E27FC236}">
                    <a16:creationId xmlns:a16="http://schemas.microsoft.com/office/drawing/2014/main" id="{784E671F-7DAC-4FF1-96C6-0ED28236E952}"/>
                  </a:ext>
                </a:extLst>
              </p:cNvPr>
              <p:cNvCxnSpPr/>
              <p:nvPr/>
            </p:nvCxnSpPr>
            <p:spPr>
              <a:xfrm>
                <a:off x="585787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2" name="Connector 288">
                <a:extLst>
                  <a:ext uri="{FF2B5EF4-FFF2-40B4-BE49-F238E27FC236}">
                    <a16:creationId xmlns:a16="http://schemas.microsoft.com/office/drawing/2014/main" id="{2B292E1B-2FAB-428D-B472-AE7CC6257281}"/>
                  </a:ext>
                </a:extLst>
              </p:cNvPr>
              <p:cNvCxnSpPr/>
              <p:nvPr/>
            </p:nvCxnSpPr>
            <p:spPr>
              <a:xfrm>
                <a:off x="601760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3" name="Connector 289">
                <a:extLst>
                  <a:ext uri="{FF2B5EF4-FFF2-40B4-BE49-F238E27FC236}">
                    <a16:creationId xmlns:a16="http://schemas.microsoft.com/office/drawing/2014/main" id="{60415D29-FFAC-401D-8B8C-4CC7463B0C53}"/>
                  </a:ext>
                </a:extLst>
              </p:cNvPr>
              <p:cNvCxnSpPr/>
              <p:nvPr/>
            </p:nvCxnSpPr>
            <p:spPr>
              <a:xfrm>
                <a:off x="617734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4" name="Connector 290">
                <a:extLst>
                  <a:ext uri="{FF2B5EF4-FFF2-40B4-BE49-F238E27FC236}">
                    <a16:creationId xmlns:a16="http://schemas.microsoft.com/office/drawing/2014/main" id="{C0B166C7-DE60-4A75-AE7A-81A98D65A64C}"/>
                  </a:ext>
                </a:extLst>
              </p:cNvPr>
              <p:cNvCxnSpPr/>
              <p:nvPr/>
            </p:nvCxnSpPr>
            <p:spPr>
              <a:xfrm>
                <a:off x="633707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5" name="Connector 291">
                <a:extLst>
                  <a:ext uri="{FF2B5EF4-FFF2-40B4-BE49-F238E27FC236}">
                    <a16:creationId xmlns:a16="http://schemas.microsoft.com/office/drawing/2014/main" id="{F81301B6-7A99-4B31-8257-E8B532D4952F}"/>
                  </a:ext>
                </a:extLst>
              </p:cNvPr>
              <p:cNvCxnSpPr/>
              <p:nvPr/>
            </p:nvCxnSpPr>
            <p:spPr>
              <a:xfrm>
                <a:off x="649681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6" name="Connector 292">
                <a:extLst>
                  <a:ext uri="{FF2B5EF4-FFF2-40B4-BE49-F238E27FC236}">
                    <a16:creationId xmlns:a16="http://schemas.microsoft.com/office/drawing/2014/main" id="{E6D49C1F-78D2-43D6-9FD3-16F21B36789F}"/>
                  </a:ext>
                </a:extLst>
              </p:cNvPr>
              <p:cNvCxnSpPr/>
              <p:nvPr/>
            </p:nvCxnSpPr>
            <p:spPr>
              <a:xfrm>
                <a:off x="665654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7" name="Connector 293">
                <a:extLst>
                  <a:ext uri="{FF2B5EF4-FFF2-40B4-BE49-F238E27FC236}">
                    <a16:creationId xmlns:a16="http://schemas.microsoft.com/office/drawing/2014/main" id="{21145A9B-6461-49D2-B56A-DBD69274C8AC}"/>
                  </a:ext>
                </a:extLst>
              </p:cNvPr>
              <p:cNvCxnSpPr/>
              <p:nvPr/>
            </p:nvCxnSpPr>
            <p:spPr>
              <a:xfrm>
                <a:off x="681628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8" name="Connector 294">
                <a:extLst>
                  <a:ext uri="{FF2B5EF4-FFF2-40B4-BE49-F238E27FC236}">
                    <a16:creationId xmlns:a16="http://schemas.microsoft.com/office/drawing/2014/main" id="{894E279B-1B5B-4A0E-BCB4-FA8B89132C06}"/>
                  </a:ext>
                </a:extLst>
              </p:cNvPr>
              <p:cNvCxnSpPr/>
              <p:nvPr/>
            </p:nvCxnSpPr>
            <p:spPr>
              <a:xfrm>
                <a:off x="6976019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9" name="Connector 295">
                <a:extLst>
                  <a:ext uri="{FF2B5EF4-FFF2-40B4-BE49-F238E27FC236}">
                    <a16:creationId xmlns:a16="http://schemas.microsoft.com/office/drawing/2014/main" id="{85BB14CD-746A-4A6D-8AD6-ECB6974F38F6}"/>
                  </a:ext>
                </a:extLst>
              </p:cNvPr>
              <p:cNvCxnSpPr/>
              <p:nvPr/>
            </p:nvCxnSpPr>
            <p:spPr>
              <a:xfrm>
                <a:off x="713575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0" name="Connector 296">
                <a:extLst>
                  <a:ext uri="{FF2B5EF4-FFF2-40B4-BE49-F238E27FC236}">
                    <a16:creationId xmlns:a16="http://schemas.microsoft.com/office/drawing/2014/main" id="{EE1D88D9-A14E-46E1-AD4C-BB49C646A953}"/>
                  </a:ext>
                </a:extLst>
              </p:cNvPr>
              <p:cNvCxnSpPr/>
              <p:nvPr/>
            </p:nvCxnSpPr>
            <p:spPr>
              <a:xfrm>
                <a:off x="7295489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1" name="Connector 297">
                <a:extLst>
                  <a:ext uri="{FF2B5EF4-FFF2-40B4-BE49-F238E27FC236}">
                    <a16:creationId xmlns:a16="http://schemas.microsoft.com/office/drawing/2014/main" id="{85F115A6-C6FE-46A2-B6CA-8126BA9D205C}"/>
                  </a:ext>
                </a:extLst>
              </p:cNvPr>
              <p:cNvCxnSpPr/>
              <p:nvPr/>
            </p:nvCxnSpPr>
            <p:spPr>
              <a:xfrm>
                <a:off x="745522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2" name="Connector 298">
                <a:extLst>
                  <a:ext uri="{FF2B5EF4-FFF2-40B4-BE49-F238E27FC236}">
                    <a16:creationId xmlns:a16="http://schemas.microsoft.com/office/drawing/2014/main" id="{A23E066E-AF8D-490E-99C3-C43F1E029BA7}"/>
                  </a:ext>
                </a:extLst>
              </p:cNvPr>
              <p:cNvCxnSpPr/>
              <p:nvPr/>
            </p:nvCxnSpPr>
            <p:spPr>
              <a:xfrm>
                <a:off x="7614960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3" name="Connector 299">
                <a:extLst>
                  <a:ext uri="{FF2B5EF4-FFF2-40B4-BE49-F238E27FC236}">
                    <a16:creationId xmlns:a16="http://schemas.microsoft.com/office/drawing/2014/main" id="{21B6677A-3530-42D2-A218-3700C730931B}"/>
                  </a:ext>
                </a:extLst>
              </p:cNvPr>
              <p:cNvCxnSpPr/>
              <p:nvPr/>
            </p:nvCxnSpPr>
            <p:spPr>
              <a:xfrm>
                <a:off x="777469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4" name="Connector 300">
                <a:extLst>
                  <a:ext uri="{FF2B5EF4-FFF2-40B4-BE49-F238E27FC236}">
                    <a16:creationId xmlns:a16="http://schemas.microsoft.com/office/drawing/2014/main" id="{7F59BCD6-377B-4EB4-B51A-F5117B96A157}"/>
                  </a:ext>
                </a:extLst>
              </p:cNvPr>
              <p:cNvCxnSpPr/>
              <p:nvPr/>
            </p:nvCxnSpPr>
            <p:spPr>
              <a:xfrm>
                <a:off x="793443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5" name="Connector 301">
                <a:extLst>
                  <a:ext uri="{FF2B5EF4-FFF2-40B4-BE49-F238E27FC236}">
                    <a16:creationId xmlns:a16="http://schemas.microsoft.com/office/drawing/2014/main" id="{1231D44B-C073-4733-B9AF-8CB84051E689}"/>
                  </a:ext>
                </a:extLst>
              </p:cNvPr>
              <p:cNvCxnSpPr/>
              <p:nvPr/>
            </p:nvCxnSpPr>
            <p:spPr>
              <a:xfrm>
                <a:off x="809416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6" name="Connector 302">
                <a:extLst>
                  <a:ext uri="{FF2B5EF4-FFF2-40B4-BE49-F238E27FC236}">
                    <a16:creationId xmlns:a16="http://schemas.microsoft.com/office/drawing/2014/main" id="{A72EA1F7-1384-4888-AA76-7126D96FC48F}"/>
                  </a:ext>
                </a:extLst>
              </p:cNvPr>
              <p:cNvCxnSpPr/>
              <p:nvPr/>
            </p:nvCxnSpPr>
            <p:spPr>
              <a:xfrm>
                <a:off x="825390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7" name="Connector 303">
                <a:extLst>
                  <a:ext uri="{FF2B5EF4-FFF2-40B4-BE49-F238E27FC236}">
                    <a16:creationId xmlns:a16="http://schemas.microsoft.com/office/drawing/2014/main" id="{EFCB08B5-34CE-4B8D-9861-0E70F6B5685D}"/>
                  </a:ext>
                </a:extLst>
              </p:cNvPr>
              <p:cNvCxnSpPr/>
              <p:nvPr/>
            </p:nvCxnSpPr>
            <p:spPr>
              <a:xfrm>
                <a:off x="841363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8" name="Connector 304">
                <a:extLst>
                  <a:ext uri="{FF2B5EF4-FFF2-40B4-BE49-F238E27FC236}">
                    <a16:creationId xmlns:a16="http://schemas.microsoft.com/office/drawing/2014/main" id="{93EC00CF-4861-43EC-9AE4-57FD860297F9}"/>
                  </a:ext>
                </a:extLst>
              </p:cNvPr>
              <p:cNvCxnSpPr/>
              <p:nvPr/>
            </p:nvCxnSpPr>
            <p:spPr>
              <a:xfrm>
                <a:off x="857337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9" name="Connector 305">
                <a:extLst>
                  <a:ext uri="{FF2B5EF4-FFF2-40B4-BE49-F238E27FC236}">
                    <a16:creationId xmlns:a16="http://schemas.microsoft.com/office/drawing/2014/main" id="{C9EF8689-DFB4-405B-8B23-189AC6C0FF8E}"/>
                  </a:ext>
                </a:extLst>
              </p:cNvPr>
              <p:cNvCxnSpPr/>
              <p:nvPr/>
            </p:nvCxnSpPr>
            <p:spPr>
              <a:xfrm>
                <a:off x="873310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0" name="Connector 306">
                <a:extLst>
                  <a:ext uri="{FF2B5EF4-FFF2-40B4-BE49-F238E27FC236}">
                    <a16:creationId xmlns:a16="http://schemas.microsoft.com/office/drawing/2014/main" id="{C4BECCAC-EBCE-40E3-B32C-582421CF5011}"/>
                  </a:ext>
                </a:extLst>
              </p:cNvPr>
              <p:cNvCxnSpPr/>
              <p:nvPr/>
            </p:nvCxnSpPr>
            <p:spPr>
              <a:xfrm>
                <a:off x="889284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1" name="Connector 307">
                <a:extLst>
                  <a:ext uri="{FF2B5EF4-FFF2-40B4-BE49-F238E27FC236}">
                    <a16:creationId xmlns:a16="http://schemas.microsoft.com/office/drawing/2014/main" id="{FFF1E864-5E1F-43D4-8965-6CB78E11B5C1}"/>
                  </a:ext>
                </a:extLst>
              </p:cNvPr>
              <p:cNvCxnSpPr/>
              <p:nvPr/>
            </p:nvCxnSpPr>
            <p:spPr>
              <a:xfrm>
                <a:off x="905257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2" name="Connector 308">
                <a:extLst>
                  <a:ext uri="{FF2B5EF4-FFF2-40B4-BE49-F238E27FC236}">
                    <a16:creationId xmlns:a16="http://schemas.microsoft.com/office/drawing/2014/main" id="{41B9063D-38E0-4633-B390-0FC5D2C671A4}"/>
                  </a:ext>
                </a:extLst>
              </p:cNvPr>
              <p:cNvCxnSpPr/>
              <p:nvPr/>
            </p:nvCxnSpPr>
            <p:spPr>
              <a:xfrm>
                <a:off x="921231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3" name="Connector 309">
                <a:extLst>
                  <a:ext uri="{FF2B5EF4-FFF2-40B4-BE49-F238E27FC236}">
                    <a16:creationId xmlns:a16="http://schemas.microsoft.com/office/drawing/2014/main" id="{4307153D-8961-44E3-ABC9-86C5F20D059A}"/>
                  </a:ext>
                </a:extLst>
              </p:cNvPr>
              <p:cNvCxnSpPr/>
              <p:nvPr/>
            </p:nvCxnSpPr>
            <p:spPr>
              <a:xfrm>
                <a:off x="937204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4" name="Connector 310">
                <a:extLst>
                  <a:ext uri="{FF2B5EF4-FFF2-40B4-BE49-F238E27FC236}">
                    <a16:creationId xmlns:a16="http://schemas.microsoft.com/office/drawing/2014/main" id="{DE2A9332-0B6D-450E-A14B-F71DB34D6691}"/>
                  </a:ext>
                </a:extLst>
              </p:cNvPr>
              <p:cNvCxnSpPr/>
              <p:nvPr/>
            </p:nvCxnSpPr>
            <p:spPr>
              <a:xfrm>
                <a:off x="953178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5" name="Connector 311">
                <a:extLst>
                  <a:ext uri="{FF2B5EF4-FFF2-40B4-BE49-F238E27FC236}">
                    <a16:creationId xmlns:a16="http://schemas.microsoft.com/office/drawing/2014/main" id="{541B2984-3EC3-485B-A096-B37B85DFBFA6}"/>
                  </a:ext>
                </a:extLst>
              </p:cNvPr>
              <p:cNvCxnSpPr/>
              <p:nvPr/>
            </p:nvCxnSpPr>
            <p:spPr>
              <a:xfrm>
                <a:off x="969151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6" name="Connector 312">
                <a:extLst>
                  <a:ext uri="{FF2B5EF4-FFF2-40B4-BE49-F238E27FC236}">
                    <a16:creationId xmlns:a16="http://schemas.microsoft.com/office/drawing/2014/main" id="{61CFE5F9-057C-466A-94FA-49A8916E933E}"/>
                  </a:ext>
                </a:extLst>
              </p:cNvPr>
              <p:cNvCxnSpPr/>
              <p:nvPr/>
            </p:nvCxnSpPr>
            <p:spPr>
              <a:xfrm>
                <a:off x="985125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7" name="Connector 313">
                <a:extLst>
                  <a:ext uri="{FF2B5EF4-FFF2-40B4-BE49-F238E27FC236}">
                    <a16:creationId xmlns:a16="http://schemas.microsoft.com/office/drawing/2014/main" id="{298D3B1D-598C-481A-B804-7E8DE03F5957}"/>
                  </a:ext>
                </a:extLst>
              </p:cNvPr>
              <p:cNvCxnSpPr/>
              <p:nvPr/>
            </p:nvCxnSpPr>
            <p:spPr>
              <a:xfrm>
                <a:off x="10010989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8" name="Connector 314">
                <a:extLst>
                  <a:ext uri="{FF2B5EF4-FFF2-40B4-BE49-F238E27FC236}">
                    <a16:creationId xmlns:a16="http://schemas.microsoft.com/office/drawing/2014/main" id="{280C46B0-C0D5-4AA9-9206-2258042CF44D}"/>
                  </a:ext>
                </a:extLst>
              </p:cNvPr>
              <p:cNvCxnSpPr/>
              <p:nvPr/>
            </p:nvCxnSpPr>
            <p:spPr>
              <a:xfrm>
                <a:off x="1017072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9" name="Connector 315">
                <a:extLst>
                  <a:ext uri="{FF2B5EF4-FFF2-40B4-BE49-F238E27FC236}">
                    <a16:creationId xmlns:a16="http://schemas.microsoft.com/office/drawing/2014/main" id="{D181132A-141F-4767-ACD3-85FE2A284E11}"/>
                  </a:ext>
                </a:extLst>
              </p:cNvPr>
              <p:cNvCxnSpPr/>
              <p:nvPr/>
            </p:nvCxnSpPr>
            <p:spPr>
              <a:xfrm>
                <a:off x="10330460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0" name="Connector 316">
                <a:extLst>
                  <a:ext uri="{FF2B5EF4-FFF2-40B4-BE49-F238E27FC236}">
                    <a16:creationId xmlns:a16="http://schemas.microsoft.com/office/drawing/2014/main" id="{917D25DC-0531-4964-8297-8CED498F8AAA}"/>
                  </a:ext>
                </a:extLst>
              </p:cNvPr>
              <p:cNvCxnSpPr/>
              <p:nvPr/>
            </p:nvCxnSpPr>
            <p:spPr>
              <a:xfrm>
                <a:off x="1049019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1" name="Connector 317">
                <a:extLst>
                  <a:ext uri="{FF2B5EF4-FFF2-40B4-BE49-F238E27FC236}">
                    <a16:creationId xmlns:a16="http://schemas.microsoft.com/office/drawing/2014/main" id="{8570D65B-91F4-4210-9428-DD89702C00AE}"/>
                  </a:ext>
                </a:extLst>
              </p:cNvPr>
              <p:cNvCxnSpPr/>
              <p:nvPr/>
            </p:nvCxnSpPr>
            <p:spPr>
              <a:xfrm>
                <a:off x="10649930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2" name="Connector 318">
                <a:extLst>
                  <a:ext uri="{FF2B5EF4-FFF2-40B4-BE49-F238E27FC236}">
                    <a16:creationId xmlns:a16="http://schemas.microsoft.com/office/drawing/2014/main" id="{54D5F524-BF42-4E80-B296-76B0357831E6}"/>
                  </a:ext>
                </a:extLst>
              </p:cNvPr>
              <p:cNvCxnSpPr/>
              <p:nvPr/>
            </p:nvCxnSpPr>
            <p:spPr>
              <a:xfrm>
                <a:off x="1080966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3" name="Connector 319">
                <a:extLst>
                  <a:ext uri="{FF2B5EF4-FFF2-40B4-BE49-F238E27FC236}">
                    <a16:creationId xmlns:a16="http://schemas.microsoft.com/office/drawing/2014/main" id="{B3BC732E-47F6-4227-B320-FDAA26EF6E2F}"/>
                  </a:ext>
                </a:extLst>
              </p:cNvPr>
              <p:cNvCxnSpPr/>
              <p:nvPr/>
            </p:nvCxnSpPr>
            <p:spPr>
              <a:xfrm>
                <a:off x="1096940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4" name="Connector 320">
                <a:extLst>
                  <a:ext uri="{FF2B5EF4-FFF2-40B4-BE49-F238E27FC236}">
                    <a16:creationId xmlns:a16="http://schemas.microsoft.com/office/drawing/2014/main" id="{7830C474-72F5-46EE-B1FA-D1377D3848FA}"/>
                  </a:ext>
                </a:extLst>
              </p:cNvPr>
              <p:cNvCxnSpPr/>
              <p:nvPr/>
            </p:nvCxnSpPr>
            <p:spPr>
              <a:xfrm>
                <a:off x="1112913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5" name="Connector 321">
                <a:extLst>
                  <a:ext uri="{FF2B5EF4-FFF2-40B4-BE49-F238E27FC236}">
                    <a16:creationId xmlns:a16="http://schemas.microsoft.com/office/drawing/2014/main" id="{BF149B2D-A4B4-488E-AE8B-69D0FEE5EF5B}"/>
                  </a:ext>
                </a:extLst>
              </p:cNvPr>
              <p:cNvCxnSpPr/>
              <p:nvPr/>
            </p:nvCxnSpPr>
            <p:spPr>
              <a:xfrm>
                <a:off x="1128887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6" name="Connector 322">
                <a:extLst>
                  <a:ext uri="{FF2B5EF4-FFF2-40B4-BE49-F238E27FC236}">
                    <a16:creationId xmlns:a16="http://schemas.microsoft.com/office/drawing/2014/main" id="{F584D308-7856-4202-9AC0-9C2508D6CFCD}"/>
                  </a:ext>
                </a:extLst>
              </p:cNvPr>
              <p:cNvCxnSpPr/>
              <p:nvPr/>
            </p:nvCxnSpPr>
            <p:spPr>
              <a:xfrm>
                <a:off x="1144860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7" name="Connector 323">
                <a:extLst>
                  <a:ext uri="{FF2B5EF4-FFF2-40B4-BE49-F238E27FC236}">
                    <a16:creationId xmlns:a16="http://schemas.microsoft.com/office/drawing/2014/main" id="{8305A326-0822-4260-B2AB-276C32C976CB}"/>
                  </a:ext>
                </a:extLst>
              </p:cNvPr>
              <p:cNvCxnSpPr/>
              <p:nvPr/>
            </p:nvCxnSpPr>
            <p:spPr>
              <a:xfrm>
                <a:off x="1160834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8" name="Connector 324">
                <a:extLst>
                  <a:ext uri="{FF2B5EF4-FFF2-40B4-BE49-F238E27FC236}">
                    <a16:creationId xmlns:a16="http://schemas.microsoft.com/office/drawing/2014/main" id="{A637D87E-3E8A-450C-A66A-E6C972C90990}"/>
                  </a:ext>
                </a:extLst>
              </p:cNvPr>
              <p:cNvCxnSpPr/>
              <p:nvPr/>
            </p:nvCxnSpPr>
            <p:spPr>
              <a:xfrm>
                <a:off x="1176807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9" name="Connector 325">
                <a:extLst>
                  <a:ext uri="{FF2B5EF4-FFF2-40B4-BE49-F238E27FC236}">
                    <a16:creationId xmlns:a16="http://schemas.microsoft.com/office/drawing/2014/main" id="{F8C07919-7912-491F-8806-587D3D6607A9}"/>
                  </a:ext>
                </a:extLst>
              </p:cNvPr>
              <p:cNvCxnSpPr/>
              <p:nvPr/>
            </p:nvCxnSpPr>
            <p:spPr>
              <a:xfrm>
                <a:off x="1192781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0" name="Connector 326">
                <a:extLst>
                  <a:ext uri="{FF2B5EF4-FFF2-40B4-BE49-F238E27FC236}">
                    <a16:creationId xmlns:a16="http://schemas.microsoft.com/office/drawing/2014/main" id="{A0E5A605-14B6-4610-A517-FE3B25DCDB4D}"/>
                  </a:ext>
                </a:extLst>
              </p:cNvPr>
              <p:cNvCxnSpPr/>
              <p:nvPr/>
            </p:nvCxnSpPr>
            <p:spPr>
              <a:xfrm>
                <a:off x="1208754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1" name="Connector 327">
                <a:extLst>
                  <a:ext uri="{FF2B5EF4-FFF2-40B4-BE49-F238E27FC236}">
                    <a16:creationId xmlns:a16="http://schemas.microsoft.com/office/drawing/2014/main" id="{DCEA382A-A352-4322-A39B-FD03F9AB447B}"/>
                  </a:ext>
                </a:extLst>
              </p:cNvPr>
              <p:cNvCxnSpPr/>
              <p:nvPr/>
            </p:nvCxnSpPr>
            <p:spPr>
              <a:xfrm>
                <a:off x="1224728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2" name="Connector 328">
                <a:extLst>
                  <a:ext uri="{FF2B5EF4-FFF2-40B4-BE49-F238E27FC236}">
                    <a16:creationId xmlns:a16="http://schemas.microsoft.com/office/drawing/2014/main" id="{8AB6692A-AE40-40A3-A396-10D72A1E51E6}"/>
                  </a:ext>
                </a:extLst>
              </p:cNvPr>
              <p:cNvCxnSpPr/>
              <p:nvPr/>
            </p:nvCxnSpPr>
            <p:spPr>
              <a:xfrm>
                <a:off x="12407018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3" name="Connector 329">
                <a:extLst>
                  <a:ext uri="{FF2B5EF4-FFF2-40B4-BE49-F238E27FC236}">
                    <a16:creationId xmlns:a16="http://schemas.microsoft.com/office/drawing/2014/main" id="{1F68A90D-C175-40D7-B551-1F024DB2B267}"/>
                  </a:ext>
                </a:extLst>
              </p:cNvPr>
              <p:cNvCxnSpPr/>
              <p:nvPr/>
            </p:nvCxnSpPr>
            <p:spPr>
              <a:xfrm>
                <a:off x="1256675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4" name="Connector 330">
                <a:extLst>
                  <a:ext uri="{FF2B5EF4-FFF2-40B4-BE49-F238E27FC236}">
                    <a16:creationId xmlns:a16="http://schemas.microsoft.com/office/drawing/2014/main" id="{7C1EAAB4-07B6-4BEF-B474-43BB8E6A1D92}"/>
                  </a:ext>
                </a:extLst>
              </p:cNvPr>
              <p:cNvCxnSpPr/>
              <p:nvPr/>
            </p:nvCxnSpPr>
            <p:spPr>
              <a:xfrm>
                <a:off x="12726489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5" name="Connector 331">
                <a:extLst>
                  <a:ext uri="{FF2B5EF4-FFF2-40B4-BE49-F238E27FC236}">
                    <a16:creationId xmlns:a16="http://schemas.microsoft.com/office/drawing/2014/main" id="{BA546B86-4241-4DF0-B983-456A7B548429}"/>
                  </a:ext>
                </a:extLst>
              </p:cNvPr>
              <p:cNvCxnSpPr/>
              <p:nvPr/>
            </p:nvCxnSpPr>
            <p:spPr>
              <a:xfrm>
                <a:off x="1288622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6" name="Connector 332">
                <a:extLst>
                  <a:ext uri="{FF2B5EF4-FFF2-40B4-BE49-F238E27FC236}">
                    <a16:creationId xmlns:a16="http://schemas.microsoft.com/office/drawing/2014/main" id="{55C8E458-A53D-4F61-A12D-07171358E25B}"/>
                  </a:ext>
                </a:extLst>
              </p:cNvPr>
              <p:cNvCxnSpPr/>
              <p:nvPr/>
            </p:nvCxnSpPr>
            <p:spPr>
              <a:xfrm>
                <a:off x="13045959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7" name="Connector 333">
                <a:extLst>
                  <a:ext uri="{FF2B5EF4-FFF2-40B4-BE49-F238E27FC236}">
                    <a16:creationId xmlns:a16="http://schemas.microsoft.com/office/drawing/2014/main" id="{6B26BDCE-6537-45F0-B1AB-E7735EFF17A8}"/>
                  </a:ext>
                </a:extLst>
              </p:cNvPr>
              <p:cNvCxnSpPr/>
              <p:nvPr/>
            </p:nvCxnSpPr>
            <p:spPr>
              <a:xfrm>
                <a:off x="13205694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8" name="Connector 334">
                <a:extLst>
                  <a:ext uri="{FF2B5EF4-FFF2-40B4-BE49-F238E27FC236}">
                    <a16:creationId xmlns:a16="http://schemas.microsoft.com/office/drawing/2014/main" id="{F4824D3A-C9C8-4042-A6B3-2C9972D8B25D}"/>
                  </a:ext>
                </a:extLst>
              </p:cNvPr>
              <p:cNvCxnSpPr/>
              <p:nvPr/>
            </p:nvCxnSpPr>
            <p:spPr>
              <a:xfrm>
                <a:off x="13365430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9" name="Connector 335">
                <a:extLst>
                  <a:ext uri="{FF2B5EF4-FFF2-40B4-BE49-F238E27FC236}">
                    <a16:creationId xmlns:a16="http://schemas.microsoft.com/office/drawing/2014/main" id="{55FF48AD-2BA5-47AB-B813-CBFF022E981D}"/>
                  </a:ext>
                </a:extLst>
              </p:cNvPr>
              <p:cNvCxnSpPr/>
              <p:nvPr/>
            </p:nvCxnSpPr>
            <p:spPr>
              <a:xfrm>
                <a:off x="13525165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0" name="Connector 336">
                <a:extLst>
                  <a:ext uri="{FF2B5EF4-FFF2-40B4-BE49-F238E27FC236}">
                    <a16:creationId xmlns:a16="http://schemas.microsoft.com/office/drawing/2014/main" id="{B6EEFB77-1D3D-45AC-BD91-A92CF970DE64}"/>
                  </a:ext>
                </a:extLst>
              </p:cNvPr>
              <p:cNvCxnSpPr/>
              <p:nvPr/>
            </p:nvCxnSpPr>
            <p:spPr>
              <a:xfrm>
                <a:off x="1368490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1" name="Connector 337">
                <a:extLst>
                  <a:ext uri="{FF2B5EF4-FFF2-40B4-BE49-F238E27FC236}">
                    <a16:creationId xmlns:a16="http://schemas.microsoft.com/office/drawing/2014/main" id="{D5CF13B3-0BEA-4A26-A817-858C61F4F477}"/>
                  </a:ext>
                </a:extLst>
              </p:cNvPr>
              <p:cNvCxnSpPr/>
              <p:nvPr/>
            </p:nvCxnSpPr>
            <p:spPr>
              <a:xfrm>
                <a:off x="1384463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2" name="Connector 338">
                <a:extLst>
                  <a:ext uri="{FF2B5EF4-FFF2-40B4-BE49-F238E27FC236}">
                    <a16:creationId xmlns:a16="http://schemas.microsoft.com/office/drawing/2014/main" id="{08C4AEE8-5B4E-42F5-9C42-094687E8C18E}"/>
                  </a:ext>
                </a:extLst>
              </p:cNvPr>
              <p:cNvCxnSpPr/>
              <p:nvPr/>
            </p:nvCxnSpPr>
            <p:spPr>
              <a:xfrm>
                <a:off x="14004371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3" name="Connector 339">
                <a:extLst>
                  <a:ext uri="{FF2B5EF4-FFF2-40B4-BE49-F238E27FC236}">
                    <a16:creationId xmlns:a16="http://schemas.microsoft.com/office/drawing/2014/main" id="{54A5E2DB-B817-48B6-907B-BB0A9E06B8D0}"/>
                  </a:ext>
                </a:extLst>
              </p:cNvPr>
              <p:cNvCxnSpPr/>
              <p:nvPr/>
            </p:nvCxnSpPr>
            <p:spPr>
              <a:xfrm>
                <a:off x="14164106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4" name="Connector 340">
                <a:extLst>
                  <a:ext uri="{FF2B5EF4-FFF2-40B4-BE49-F238E27FC236}">
                    <a16:creationId xmlns:a16="http://schemas.microsoft.com/office/drawing/2014/main" id="{D8E43FA3-F1E5-49FB-93B6-85149B5C0310}"/>
                  </a:ext>
                </a:extLst>
              </p:cNvPr>
              <p:cNvCxnSpPr/>
              <p:nvPr/>
            </p:nvCxnSpPr>
            <p:spPr>
              <a:xfrm>
                <a:off x="14323842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5" name="Connector 341">
                <a:extLst>
                  <a:ext uri="{FF2B5EF4-FFF2-40B4-BE49-F238E27FC236}">
                    <a16:creationId xmlns:a16="http://schemas.microsoft.com/office/drawing/2014/main" id="{72E847EF-DFC5-40C3-8571-8EBB56748801}"/>
                  </a:ext>
                </a:extLst>
              </p:cNvPr>
              <p:cNvCxnSpPr/>
              <p:nvPr/>
            </p:nvCxnSpPr>
            <p:spPr>
              <a:xfrm>
                <a:off x="1448357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6" name="Connector 342">
                <a:extLst>
                  <a:ext uri="{FF2B5EF4-FFF2-40B4-BE49-F238E27FC236}">
                    <a16:creationId xmlns:a16="http://schemas.microsoft.com/office/drawing/2014/main" id="{7D43D34A-4DCC-4317-8A50-41C1AC39E34F}"/>
                  </a:ext>
                </a:extLst>
              </p:cNvPr>
              <p:cNvCxnSpPr/>
              <p:nvPr/>
            </p:nvCxnSpPr>
            <p:spPr>
              <a:xfrm>
                <a:off x="14643313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7" name="Connector 343">
                <a:extLst>
                  <a:ext uri="{FF2B5EF4-FFF2-40B4-BE49-F238E27FC236}">
                    <a16:creationId xmlns:a16="http://schemas.microsoft.com/office/drawing/2014/main" id="{3F40AE83-ACFF-4139-A6B5-9FC1A766C410}"/>
                  </a:ext>
                </a:extLst>
              </p:cNvPr>
              <p:cNvCxnSpPr/>
              <p:nvPr/>
            </p:nvCxnSpPr>
            <p:spPr>
              <a:xfrm>
                <a:off x="14803047" y="5948781"/>
                <a:ext cx="0" cy="350215"/>
              </a:xfrm>
              <a:prstGeom prst="line">
                <a:avLst/>
              </a:prstGeom>
              <a:ln w="57150">
                <a:solidFill>
                  <a:srgbClr val="637B9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73" name="TextBox 1472">
              <a:extLst>
                <a:ext uri="{FF2B5EF4-FFF2-40B4-BE49-F238E27FC236}">
                  <a16:creationId xmlns:a16="http://schemas.microsoft.com/office/drawing/2014/main" id="{43890CF8-2966-4687-BABE-21423C762CD9}"/>
                </a:ext>
              </a:extLst>
            </p:cNvPr>
            <p:cNvSpPr txBox="1"/>
            <p:nvPr/>
          </p:nvSpPr>
          <p:spPr>
            <a:xfrm>
              <a:off x="25495727" y="17234388"/>
              <a:ext cx="3099247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BD294B"/>
                  </a:solidFill>
                  <a:latin typeface="Sentient" pitchFamily="50" charset="0"/>
                </a:rPr>
                <a:t>EXPENSIVE</a:t>
              </a:r>
            </a:p>
          </p:txBody>
        </p:sp>
        <p:sp>
          <p:nvSpPr>
            <p:cNvPr id="1474" name="TextBox 1473">
              <a:extLst>
                <a:ext uri="{FF2B5EF4-FFF2-40B4-BE49-F238E27FC236}">
                  <a16:creationId xmlns:a16="http://schemas.microsoft.com/office/drawing/2014/main" id="{C2D81055-6A02-4C4D-937F-2B0B49E0DF1F}"/>
                </a:ext>
              </a:extLst>
            </p:cNvPr>
            <p:cNvSpPr txBox="1"/>
            <p:nvPr/>
          </p:nvSpPr>
          <p:spPr>
            <a:xfrm>
              <a:off x="25495725" y="17548751"/>
              <a:ext cx="4173540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 dirty="0">
                  <a:latin typeface="Sentient" pitchFamily="50" charset="0"/>
                </a:rPr>
                <a:t>Dense processing across all frames.</a:t>
              </a:r>
            </a:p>
          </p:txBody>
        </p:sp>
        <p:grpSp>
          <p:nvGrpSpPr>
            <p:cNvPr id="1475" name="그룹 1474">
              <a:extLst>
                <a:ext uri="{FF2B5EF4-FFF2-40B4-BE49-F238E27FC236}">
                  <a16:creationId xmlns:a16="http://schemas.microsoft.com/office/drawing/2014/main" id="{BB466DD3-28E2-4289-B1EC-92C8621CC050}"/>
                </a:ext>
              </a:extLst>
            </p:cNvPr>
            <p:cNvGrpSpPr/>
            <p:nvPr/>
          </p:nvGrpSpPr>
          <p:grpSpPr>
            <a:xfrm>
              <a:off x="29346761" y="17132115"/>
              <a:ext cx="483785" cy="830997"/>
              <a:chOff x="16924475" y="3246173"/>
              <a:chExt cx="292608" cy="651544"/>
            </a:xfrm>
          </p:grpSpPr>
          <p:sp>
            <p:nvSpPr>
              <p:cNvPr id="1567" name="Rounded Rectangle 346">
                <a:extLst>
                  <a:ext uri="{FF2B5EF4-FFF2-40B4-BE49-F238E27FC236}">
                    <a16:creationId xmlns:a16="http://schemas.microsoft.com/office/drawing/2014/main" id="{CEAF82A9-6E49-475F-892B-689859292368}"/>
                  </a:ext>
                </a:extLst>
              </p:cNvPr>
              <p:cNvSpPr/>
              <p:nvPr/>
            </p:nvSpPr>
            <p:spPr>
              <a:xfrm>
                <a:off x="16924475" y="3408883"/>
                <a:ext cx="292608" cy="292608"/>
              </a:xfrm>
              <a:prstGeom prst="roundRect">
                <a:avLst>
                  <a:gd name="adj" fmla="val 12000"/>
                </a:avLst>
              </a:prstGeom>
              <a:solidFill>
                <a:srgbClr val="BD294B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568" name="TextBox 1567">
                <a:extLst>
                  <a:ext uri="{FF2B5EF4-FFF2-40B4-BE49-F238E27FC236}">
                    <a16:creationId xmlns:a16="http://schemas.microsoft.com/office/drawing/2014/main" id="{7A5A9444-F7E1-496A-9E42-AEE382B5EECC}"/>
                  </a:ext>
                </a:extLst>
              </p:cNvPr>
              <p:cNvSpPr txBox="1"/>
              <p:nvPr/>
            </p:nvSpPr>
            <p:spPr>
              <a:xfrm>
                <a:off x="16942347" y="3246173"/>
                <a:ext cx="265176" cy="65154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5400" b="1" i="0" dirty="0">
                    <a:solidFill>
                      <a:srgbClr val="FFFFFF"/>
                    </a:solidFill>
                    <a:latin typeface="Sentient" pitchFamily="50" charset="0"/>
                  </a:rPr>
                  <a:t>×</a:t>
                </a:r>
              </a:p>
            </p:txBody>
          </p:sp>
        </p:grpSp>
        <p:sp>
          <p:nvSpPr>
            <p:cNvPr id="1476" name="Rounded Rectangle 348">
              <a:extLst>
                <a:ext uri="{FF2B5EF4-FFF2-40B4-BE49-F238E27FC236}">
                  <a16:creationId xmlns:a16="http://schemas.microsoft.com/office/drawing/2014/main" id="{035CCD5F-9BC0-4CF0-9B00-EC8A0E6E3906}"/>
                </a:ext>
              </a:extLst>
            </p:cNvPr>
            <p:cNvSpPr/>
            <p:nvPr/>
          </p:nvSpPr>
          <p:spPr>
            <a:xfrm>
              <a:off x="1020990" y="17983406"/>
              <a:ext cx="29057846" cy="789550"/>
            </a:xfrm>
            <a:prstGeom prst="roundRect">
              <a:avLst>
                <a:gd name="adj" fmla="val 12000"/>
              </a:avLst>
            </a:prstGeom>
            <a:solidFill>
              <a:srgbClr val="FAEE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77" name="Rectangle 349">
              <a:extLst>
                <a:ext uri="{FF2B5EF4-FFF2-40B4-BE49-F238E27FC236}">
                  <a16:creationId xmlns:a16="http://schemas.microsoft.com/office/drawing/2014/main" id="{378591E7-D563-48DA-9FA7-8FA79D05D0C4}"/>
                </a:ext>
              </a:extLst>
            </p:cNvPr>
            <p:cNvSpPr/>
            <p:nvPr/>
          </p:nvSpPr>
          <p:spPr>
            <a:xfrm>
              <a:off x="1036109" y="18073208"/>
              <a:ext cx="71055" cy="524812"/>
            </a:xfrm>
            <a:prstGeom prst="rect">
              <a:avLst/>
            </a:prstGeom>
            <a:solidFill>
              <a:srgbClr val="BD294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78" name="TextBox 1477">
              <a:extLst>
                <a:ext uri="{FF2B5EF4-FFF2-40B4-BE49-F238E27FC236}">
                  <a16:creationId xmlns:a16="http://schemas.microsoft.com/office/drawing/2014/main" id="{2F1A1E66-6810-4243-9C57-DB37916F7C36}"/>
                </a:ext>
              </a:extLst>
            </p:cNvPr>
            <p:cNvSpPr txBox="1"/>
            <p:nvPr/>
          </p:nvSpPr>
          <p:spPr>
            <a:xfrm>
              <a:off x="1338474" y="18070529"/>
              <a:ext cx="3855163" cy="37855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solidFill>
                    <a:srgbClr val="17293D"/>
                  </a:solidFill>
                  <a:latin typeface="Sentient" pitchFamily="50" charset="0"/>
                </a:rPr>
                <a:t>BUSTER</a:t>
              </a:r>
            </a:p>
          </p:txBody>
        </p:sp>
        <p:sp>
          <p:nvSpPr>
            <p:cNvPr id="1479" name="TextBox 1478">
              <a:extLst>
                <a:ext uri="{FF2B5EF4-FFF2-40B4-BE49-F238E27FC236}">
                  <a16:creationId xmlns:a16="http://schemas.microsoft.com/office/drawing/2014/main" id="{27B085C9-3C91-44F6-9487-1180AFAE4898}"/>
                </a:ext>
              </a:extLst>
            </p:cNvPr>
            <p:cNvSpPr txBox="1"/>
            <p:nvPr/>
          </p:nvSpPr>
          <p:spPr>
            <a:xfrm>
              <a:off x="1338474" y="18387806"/>
              <a:ext cx="3855163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BD294B"/>
                  </a:solidFill>
                  <a:latin typeface="Sentient" pitchFamily="50" charset="0"/>
                </a:rPr>
                <a:t>(ours)</a:t>
              </a:r>
            </a:p>
          </p:txBody>
        </p:sp>
        <p:sp>
          <p:nvSpPr>
            <p:cNvPr id="1480" name="Rounded Rectangle 352">
              <a:extLst>
                <a:ext uri="{FF2B5EF4-FFF2-40B4-BE49-F238E27FC236}">
                  <a16:creationId xmlns:a16="http://schemas.microsoft.com/office/drawing/2014/main" id="{4AD25110-6634-43C3-8247-1284753A9498}"/>
                </a:ext>
              </a:extLst>
            </p:cNvPr>
            <p:cNvSpPr/>
            <p:nvPr/>
          </p:nvSpPr>
          <p:spPr>
            <a:xfrm>
              <a:off x="5190003" y="18043474"/>
              <a:ext cx="20104945" cy="661262"/>
            </a:xfrm>
            <a:prstGeom prst="roundRect">
              <a:avLst>
                <a:gd name="adj" fmla="val 12000"/>
              </a:avLst>
            </a:prstGeom>
            <a:solidFill>
              <a:srgbClr val="EDF2F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81" name="Rectangle 353">
              <a:extLst>
                <a:ext uri="{FF2B5EF4-FFF2-40B4-BE49-F238E27FC236}">
                  <a16:creationId xmlns:a16="http://schemas.microsoft.com/office/drawing/2014/main" id="{9B223707-61AF-4CF8-B4CC-E6C0D1EC9275}"/>
                </a:ext>
              </a:extLst>
            </p:cNvPr>
            <p:cNvSpPr/>
            <p:nvPr/>
          </p:nvSpPr>
          <p:spPr>
            <a:xfrm>
              <a:off x="16535684" y="18043474"/>
              <a:ext cx="4020988" cy="661262"/>
            </a:xfrm>
            <a:prstGeom prst="rect">
              <a:avLst/>
            </a:prstGeom>
            <a:solidFill>
              <a:srgbClr val="F5DDE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grpSp>
          <p:nvGrpSpPr>
            <p:cNvPr id="1482" name="그룹 1481">
              <a:extLst>
                <a:ext uri="{FF2B5EF4-FFF2-40B4-BE49-F238E27FC236}">
                  <a16:creationId xmlns:a16="http://schemas.microsoft.com/office/drawing/2014/main" id="{745F1702-EC0C-40C7-9D09-B3062C7195D8}"/>
                </a:ext>
              </a:extLst>
            </p:cNvPr>
            <p:cNvGrpSpPr/>
            <p:nvPr/>
          </p:nvGrpSpPr>
          <p:grpSpPr>
            <a:xfrm>
              <a:off x="5190003" y="18150768"/>
              <a:ext cx="20104943" cy="446675"/>
              <a:chOff x="2750146" y="5907995"/>
              <a:chExt cx="12160082" cy="350216"/>
            </a:xfrm>
          </p:grpSpPr>
          <p:sp>
            <p:nvSpPr>
              <p:cNvPr id="1530" name="Freeform 354">
                <a:extLst>
                  <a:ext uri="{FF2B5EF4-FFF2-40B4-BE49-F238E27FC236}">
                    <a16:creationId xmlns:a16="http://schemas.microsoft.com/office/drawing/2014/main" id="{E202CE94-ECB0-49B8-8F53-031ACC235AC9}"/>
                  </a:ext>
                </a:extLst>
              </p:cNvPr>
              <p:cNvSpPr/>
              <p:nvPr/>
            </p:nvSpPr>
            <p:spPr>
              <a:xfrm>
                <a:off x="2750146" y="5936212"/>
                <a:ext cx="12160082" cy="312460"/>
              </a:xfrm>
              <a:custGeom>
                <a:avLst/>
                <a:gdLst/>
                <a:ahLst/>
                <a:cxnLst/>
                <a:rect l="l" t="t" r="r" b="b"/>
                <a:pathLst>
                  <a:path w="12362687" h="312460">
                    <a:moveTo>
                      <a:pt x="0" y="302323"/>
                    </a:moveTo>
                    <a:lnTo>
                      <a:pt x="25809" y="301507"/>
                    </a:lnTo>
                    <a:lnTo>
                      <a:pt x="51618" y="300664"/>
                    </a:lnTo>
                    <a:lnTo>
                      <a:pt x="77428" y="299800"/>
                    </a:lnTo>
                    <a:lnTo>
                      <a:pt x="103237" y="298923"/>
                    </a:lnTo>
                    <a:lnTo>
                      <a:pt x="129046" y="298040"/>
                    </a:lnTo>
                    <a:lnTo>
                      <a:pt x="154856" y="297159"/>
                    </a:lnTo>
                    <a:lnTo>
                      <a:pt x="180665" y="296288"/>
                    </a:lnTo>
                    <a:lnTo>
                      <a:pt x="206474" y="295434"/>
                    </a:lnTo>
                    <a:lnTo>
                      <a:pt x="232284" y="294605"/>
                    </a:lnTo>
                    <a:lnTo>
                      <a:pt x="258093" y="293809"/>
                    </a:lnTo>
                    <a:lnTo>
                      <a:pt x="283903" y="293052"/>
                    </a:lnTo>
                    <a:lnTo>
                      <a:pt x="309712" y="292342"/>
                    </a:lnTo>
                    <a:lnTo>
                      <a:pt x="335521" y="291684"/>
                    </a:lnTo>
                    <a:lnTo>
                      <a:pt x="361331" y="291085"/>
                    </a:lnTo>
                    <a:lnTo>
                      <a:pt x="387140" y="290549"/>
                    </a:lnTo>
                    <a:lnTo>
                      <a:pt x="412949" y="290082"/>
                    </a:lnTo>
                    <a:lnTo>
                      <a:pt x="438759" y="289686"/>
                    </a:lnTo>
                    <a:lnTo>
                      <a:pt x="464568" y="289366"/>
                    </a:lnTo>
                    <a:lnTo>
                      <a:pt x="490378" y="289123"/>
                    </a:lnTo>
                    <a:lnTo>
                      <a:pt x="516187" y="288959"/>
                    </a:lnTo>
                    <a:lnTo>
                      <a:pt x="541996" y="288874"/>
                    </a:lnTo>
                    <a:lnTo>
                      <a:pt x="567806" y="288869"/>
                    </a:lnTo>
                    <a:lnTo>
                      <a:pt x="593615" y="288942"/>
                    </a:lnTo>
                    <a:lnTo>
                      <a:pt x="619424" y="289091"/>
                    </a:lnTo>
                    <a:lnTo>
                      <a:pt x="645234" y="289314"/>
                    </a:lnTo>
                    <a:lnTo>
                      <a:pt x="671043" y="289607"/>
                    </a:lnTo>
                    <a:lnTo>
                      <a:pt x="696852" y="289967"/>
                    </a:lnTo>
                    <a:lnTo>
                      <a:pt x="722662" y="290387"/>
                    </a:lnTo>
                    <a:lnTo>
                      <a:pt x="748471" y="290864"/>
                    </a:lnTo>
                    <a:lnTo>
                      <a:pt x="774281" y="291392"/>
                    </a:lnTo>
                    <a:lnTo>
                      <a:pt x="800090" y="291963"/>
                    </a:lnTo>
                    <a:lnTo>
                      <a:pt x="825899" y="292571"/>
                    </a:lnTo>
                    <a:lnTo>
                      <a:pt x="851709" y="293209"/>
                    </a:lnTo>
                    <a:lnTo>
                      <a:pt x="877518" y="293871"/>
                    </a:lnTo>
                    <a:lnTo>
                      <a:pt x="903327" y="294548"/>
                    </a:lnTo>
                    <a:lnTo>
                      <a:pt x="929137" y="295234"/>
                    </a:lnTo>
                    <a:lnTo>
                      <a:pt x="954946" y="295922"/>
                    </a:lnTo>
                    <a:lnTo>
                      <a:pt x="980756" y="296603"/>
                    </a:lnTo>
                    <a:lnTo>
                      <a:pt x="1006565" y="297272"/>
                    </a:lnTo>
                    <a:lnTo>
                      <a:pt x="1032374" y="297923"/>
                    </a:lnTo>
                    <a:lnTo>
                      <a:pt x="1058184" y="298548"/>
                    </a:lnTo>
                    <a:lnTo>
                      <a:pt x="1083993" y="299143"/>
                    </a:lnTo>
                    <a:lnTo>
                      <a:pt x="1109802" y="299703"/>
                    </a:lnTo>
                    <a:lnTo>
                      <a:pt x="1135612" y="300223"/>
                    </a:lnTo>
                    <a:lnTo>
                      <a:pt x="1161421" y="300700"/>
                    </a:lnTo>
                    <a:lnTo>
                      <a:pt x="1187230" y="301131"/>
                    </a:lnTo>
                    <a:lnTo>
                      <a:pt x="1213040" y="301513"/>
                    </a:lnTo>
                    <a:lnTo>
                      <a:pt x="1238849" y="301845"/>
                    </a:lnTo>
                    <a:lnTo>
                      <a:pt x="1264659" y="302127"/>
                    </a:lnTo>
                    <a:lnTo>
                      <a:pt x="1290468" y="302358"/>
                    </a:lnTo>
                    <a:lnTo>
                      <a:pt x="1316277" y="302539"/>
                    </a:lnTo>
                    <a:lnTo>
                      <a:pt x="1342087" y="302672"/>
                    </a:lnTo>
                    <a:lnTo>
                      <a:pt x="1367896" y="302759"/>
                    </a:lnTo>
                    <a:lnTo>
                      <a:pt x="1393705" y="302803"/>
                    </a:lnTo>
                    <a:lnTo>
                      <a:pt x="1419515" y="302809"/>
                    </a:lnTo>
                    <a:lnTo>
                      <a:pt x="1445324" y="302778"/>
                    </a:lnTo>
                    <a:lnTo>
                      <a:pt x="1471134" y="302718"/>
                    </a:lnTo>
                    <a:lnTo>
                      <a:pt x="1496943" y="302632"/>
                    </a:lnTo>
                    <a:lnTo>
                      <a:pt x="1522752" y="302526"/>
                    </a:lnTo>
                    <a:lnTo>
                      <a:pt x="1548562" y="302406"/>
                    </a:lnTo>
                    <a:lnTo>
                      <a:pt x="1574371" y="302278"/>
                    </a:lnTo>
                    <a:lnTo>
                      <a:pt x="1600180" y="302148"/>
                    </a:lnTo>
                    <a:lnTo>
                      <a:pt x="1625990" y="302021"/>
                    </a:lnTo>
                    <a:lnTo>
                      <a:pt x="1651799" y="301904"/>
                    </a:lnTo>
                    <a:lnTo>
                      <a:pt x="1677609" y="301803"/>
                    </a:lnTo>
                    <a:lnTo>
                      <a:pt x="1703418" y="301724"/>
                    </a:lnTo>
                    <a:lnTo>
                      <a:pt x="1729227" y="301670"/>
                    </a:lnTo>
                    <a:lnTo>
                      <a:pt x="1755037" y="301648"/>
                    </a:lnTo>
                    <a:lnTo>
                      <a:pt x="1780846" y="301661"/>
                    </a:lnTo>
                    <a:lnTo>
                      <a:pt x="1806655" y="301714"/>
                    </a:lnTo>
                    <a:lnTo>
                      <a:pt x="1832465" y="301809"/>
                    </a:lnTo>
                    <a:lnTo>
                      <a:pt x="1858274" y="301949"/>
                    </a:lnTo>
                    <a:lnTo>
                      <a:pt x="1884083" y="302135"/>
                    </a:lnTo>
                    <a:lnTo>
                      <a:pt x="1909893" y="302369"/>
                    </a:lnTo>
                    <a:lnTo>
                      <a:pt x="1935702" y="302651"/>
                    </a:lnTo>
                    <a:lnTo>
                      <a:pt x="1961512" y="302980"/>
                    </a:lnTo>
                    <a:lnTo>
                      <a:pt x="1987321" y="303355"/>
                    </a:lnTo>
                    <a:lnTo>
                      <a:pt x="2013130" y="303773"/>
                    </a:lnTo>
                    <a:lnTo>
                      <a:pt x="2038940" y="304232"/>
                    </a:lnTo>
                    <a:lnTo>
                      <a:pt x="2064749" y="304728"/>
                    </a:lnTo>
                    <a:lnTo>
                      <a:pt x="2090558" y="305256"/>
                    </a:lnTo>
                    <a:lnTo>
                      <a:pt x="2116368" y="305810"/>
                    </a:lnTo>
                    <a:lnTo>
                      <a:pt x="2142177" y="306386"/>
                    </a:lnTo>
                    <a:lnTo>
                      <a:pt x="2167987" y="306977"/>
                    </a:lnTo>
                    <a:lnTo>
                      <a:pt x="2193796" y="307575"/>
                    </a:lnTo>
                    <a:lnTo>
                      <a:pt x="2219605" y="308174"/>
                    </a:lnTo>
                    <a:lnTo>
                      <a:pt x="2245415" y="308764"/>
                    </a:lnTo>
                    <a:lnTo>
                      <a:pt x="2271224" y="309340"/>
                    </a:lnTo>
                    <a:lnTo>
                      <a:pt x="2297033" y="309891"/>
                    </a:lnTo>
                    <a:lnTo>
                      <a:pt x="2322843" y="310410"/>
                    </a:lnTo>
                    <a:lnTo>
                      <a:pt x="2348652" y="310888"/>
                    </a:lnTo>
                    <a:lnTo>
                      <a:pt x="2374461" y="311318"/>
                    </a:lnTo>
                    <a:lnTo>
                      <a:pt x="2400271" y="311690"/>
                    </a:lnTo>
                    <a:lnTo>
                      <a:pt x="2426080" y="311998"/>
                    </a:lnTo>
                    <a:lnTo>
                      <a:pt x="2451890" y="312233"/>
                    </a:lnTo>
                    <a:lnTo>
                      <a:pt x="2477699" y="312389"/>
                    </a:lnTo>
                    <a:lnTo>
                      <a:pt x="2503508" y="312460"/>
                    </a:lnTo>
                    <a:lnTo>
                      <a:pt x="2529318" y="312439"/>
                    </a:lnTo>
                    <a:lnTo>
                      <a:pt x="2555127" y="312322"/>
                    </a:lnTo>
                    <a:lnTo>
                      <a:pt x="2580936" y="312105"/>
                    </a:lnTo>
                    <a:lnTo>
                      <a:pt x="2606746" y="311785"/>
                    </a:lnTo>
                    <a:lnTo>
                      <a:pt x="2632555" y="311359"/>
                    </a:lnTo>
                    <a:lnTo>
                      <a:pt x="2658365" y="310825"/>
                    </a:lnTo>
                    <a:lnTo>
                      <a:pt x="2684174" y="310185"/>
                    </a:lnTo>
                    <a:lnTo>
                      <a:pt x="2709983" y="309438"/>
                    </a:lnTo>
                    <a:lnTo>
                      <a:pt x="2735793" y="308586"/>
                    </a:lnTo>
                    <a:lnTo>
                      <a:pt x="2761602" y="307633"/>
                    </a:lnTo>
                    <a:lnTo>
                      <a:pt x="2787411" y="306583"/>
                    </a:lnTo>
                    <a:lnTo>
                      <a:pt x="2813221" y="305441"/>
                    </a:lnTo>
                    <a:lnTo>
                      <a:pt x="2839030" y="304214"/>
                    </a:lnTo>
                    <a:lnTo>
                      <a:pt x="2864840" y="302908"/>
                    </a:lnTo>
                    <a:lnTo>
                      <a:pt x="2890649" y="301533"/>
                    </a:lnTo>
                    <a:lnTo>
                      <a:pt x="2916458" y="300097"/>
                    </a:lnTo>
                    <a:lnTo>
                      <a:pt x="2942268" y="298611"/>
                    </a:lnTo>
                    <a:lnTo>
                      <a:pt x="2968077" y="297084"/>
                    </a:lnTo>
                    <a:lnTo>
                      <a:pt x="2993886" y="295530"/>
                    </a:lnTo>
                    <a:lnTo>
                      <a:pt x="3019696" y="293959"/>
                    </a:lnTo>
                    <a:lnTo>
                      <a:pt x="3045505" y="292384"/>
                    </a:lnTo>
                    <a:lnTo>
                      <a:pt x="3071314" y="290817"/>
                    </a:lnTo>
                    <a:lnTo>
                      <a:pt x="3097124" y="289272"/>
                    </a:lnTo>
                    <a:lnTo>
                      <a:pt x="3122933" y="287760"/>
                    </a:lnTo>
                    <a:lnTo>
                      <a:pt x="3148743" y="286294"/>
                    </a:lnTo>
                    <a:lnTo>
                      <a:pt x="3174552" y="284886"/>
                    </a:lnTo>
                    <a:lnTo>
                      <a:pt x="3200361" y="283547"/>
                    </a:lnTo>
                    <a:lnTo>
                      <a:pt x="3226171" y="282288"/>
                    </a:lnTo>
                    <a:lnTo>
                      <a:pt x="3251980" y="281120"/>
                    </a:lnTo>
                    <a:lnTo>
                      <a:pt x="3277789" y="280051"/>
                    </a:lnTo>
                    <a:lnTo>
                      <a:pt x="3303599" y="279090"/>
                    </a:lnTo>
                    <a:lnTo>
                      <a:pt x="3329408" y="278242"/>
                    </a:lnTo>
                    <a:lnTo>
                      <a:pt x="3355218" y="277515"/>
                    </a:lnTo>
                    <a:lnTo>
                      <a:pt x="3381027" y="276911"/>
                    </a:lnTo>
                    <a:lnTo>
                      <a:pt x="3406836" y="276435"/>
                    </a:lnTo>
                    <a:lnTo>
                      <a:pt x="3432646" y="276087"/>
                    </a:lnTo>
                    <a:lnTo>
                      <a:pt x="3458455" y="275868"/>
                    </a:lnTo>
                    <a:lnTo>
                      <a:pt x="3484264" y="275776"/>
                    </a:lnTo>
                    <a:lnTo>
                      <a:pt x="3510074" y="275808"/>
                    </a:lnTo>
                    <a:lnTo>
                      <a:pt x="3535883" y="275960"/>
                    </a:lnTo>
                    <a:lnTo>
                      <a:pt x="3561692" y="276227"/>
                    </a:lnTo>
                    <a:lnTo>
                      <a:pt x="3587502" y="276601"/>
                    </a:lnTo>
                    <a:lnTo>
                      <a:pt x="3613311" y="277076"/>
                    </a:lnTo>
                    <a:lnTo>
                      <a:pt x="3639121" y="277641"/>
                    </a:lnTo>
                    <a:lnTo>
                      <a:pt x="3664930" y="278289"/>
                    </a:lnTo>
                    <a:lnTo>
                      <a:pt x="3690739" y="279007"/>
                    </a:lnTo>
                    <a:lnTo>
                      <a:pt x="3716549" y="279786"/>
                    </a:lnTo>
                    <a:lnTo>
                      <a:pt x="3742358" y="280613"/>
                    </a:lnTo>
                    <a:lnTo>
                      <a:pt x="3768167" y="281478"/>
                    </a:lnTo>
                    <a:lnTo>
                      <a:pt x="3793977" y="282369"/>
                    </a:lnTo>
                    <a:lnTo>
                      <a:pt x="3819786" y="283274"/>
                    </a:lnTo>
                    <a:lnTo>
                      <a:pt x="3845596" y="284182"/>
                    </a:lnTo>
                    <a:lnTo>
                      <a:pt x="3871405" y="285082"/>
                    </a:lnTo>
                    <a:lnTo>
                      <a:pt x="3897214" y="285965"/>
                    </a:lnTo>
                    <a:lnTo>
                      <a:pt x="3923024" y="286819"/>
                    </a:lnTo>
                    <a:lnTo>
                      <a:pt x="3948833" y="287638"/>
                    </a:lnTo>
                    <a:lnTo>
                      <a:pt x="3974642" y="288412"/>
                    </a:lnTo>
                    <a:lnTo>
                      <a:pt x="4000452" y="289136"/>
                    </a:lnTo>
                    <a:lnTo>
                      <a:pt x="4026261" y="289802"/>
                    </a:lnTo>
                    <a:lnTo>
                      <a:pt x="4052071" y="290406"/>
                    </a:lnTo>
                    <a:lnTo>
                      <a:pt x="4077880" y="290945"/>
                    </a:lnTo>
                    <a:lnTo>
                      <a:pt x="4103689" y="291416"/>
                    </a:lnTo>
                    <a:lnTo>
                      <a:pt x="4129499" y="291818"/>
                    </a:lnTo>
                    <a:lnTo>
                      <a:pt x="4155308" y="292149"/>
                    </a:lnTo>
                    <a:lnTo>
                      <a:pt x="4181117" y="292411"/>
                    </a:lnTo>
                    <a:lnTo>
                      <a:pt x="4206927" y="292606"/>
                    </a:lnTo>
                    <a:lnTo>
                      <a:pt x="4232736" y="292735"/>
                    </a:lnTo>
                    <a:lnTo>
                      <a:pt x="4258545" y="292801"/>
                    </a:lnTo>
                    <a:lnTo>
                      <a:pt x="4284355" y="292810"/>
                    </a:lnTo>
                    <a:lnTo>
                      <a:pt x="4310164" y="292765"/>
                    </a:lnTo>
                    <a:lnTo>
                      <a:pt x="4335974" y="292671"/>
                    </a:lnTo>
                    <a:lnTo>
                      <a:pt x="4361783" y="292533"/>
                    </a:lnTo>
                    <a:lnTo>
                      <a:pt x="4387592" y="292357"/>
                    </a:lnTo>
                    <a:lnTo>
                      <a:pt x="4413402" y="292148"/>
                    </a:lnTo>
                    <a:lnTo>
                      <a:pt x="4439211" y="291913"/>
                    </a:lnTo>
                    <a:lnTo>
                      <a:pt x="4465020" y="291655"/>
                    </a:lnTo>
                    <a:lnTo>
                      <a:pt x="4490830" y="291381"/>
                    </a:lnTo>
                    <a:lnTo>
                      <a:pt x="4516639" y="291096"/>
                    </a:lnTo>
                    <a:lnTo>
                      <a:pt x="4542449" y="290803"/>
                    </a:lnTo>
                    <a:lnTo>
                      <a:pt x="4568258" y="290507"/>
                    </a:lnTo>
                    <a:lnTo>
                      <a:pt x="4594067" y="290211"/>
                    </a:lnTo>
                    <a:lnTo>
                      <a:pt x="4619877" y="289919"/>
                    </a:lnTo>
                    <a:lnTo>
                      <a:pt x="4645686" y="289631"/>
                    </a:lnTo>
                    <a:lnTo>
                      <a:pt x="4671495" y="289351"/>
                    </a:lnTo>
                    <a:lnTo>
                      <a:pt x="4697305" y="289079"/>
                    </a:lnTo>
                    <a:lnTo>
                      <a:pt x="4723114" y="288817"/>
                    </a:lnTo>
                    <a:lnTo>
                      <a:pt x="4748923" y="288564"/>
                    </a:lnTo>
                    <a:lnTo>
                      <a:pt x="4774733" y="288321"/>
                    </a:lnTo>
                    <a:lnTo>
                      <a:pt x="4800542" y="288087"/>
                    </a:lnTo>
                    <a:lnTo>
                      <a:pt x="4826352" y="287862"/>
                    </a:lnTo>
                    <a:lnTo>
                      <a:pt x="4852161" y="287645"/>
                    </a:lnTo>
                    <a:lnTo>
                      <a:pt x="4877970" y="287435"/>
                    </a:lnTo>
                    <a:lnTo>
                      <a:pt x="4903780" y="287233"/>
                    </a:lnTo>
                    <a:lnTo>
                      <a:pt x="4929589" y="287039"/>
                    </a:lnTo>
                    <a:lnTo>
                      <a:pt x="4955398" y="286851"/>
                    </a:lnTo>
                    <a:lnTo>
                      <a:pt x="4981208" y="286671"/>
                    </a:lnTo>
                    <a:lnTo>
                      <a:pt x="5007017" y="286499"/>
                    </a:lnTo>
                    <a:lnTo>
                      <a:pt x="5032827" y="286337"/>
                    </a:lnTo>
                    <a:lnTo>
                      <a:pt x="5058636" y="286187"/>
                    </a:lnTo>
                    <a:lnTo>
                      <a:pt x="5084445" y="286051"/>
                    </a:lnTo>
                    <a:lnTo>
                      <a:pt x="5110255" y="285932"/>
                    </a:lnTo>
                    <a:lnTo>
                      <a:pt x="5136064" y="285833"/>
                    </a:lnTo>
                    <a:lnTo>
                      <a:pt x="5161873" y="285756"/>
                    </a:lnTo>
                    <a:lnTo>
                      <a:pt x="5187683" y="285707"/>
                    </a:lnTo>
                    <a:lnTo>
                      <a:pt x="5213492" y="285688"/>
                    </a:lnTo>
                    <a:lnTo>
                      <a:pt x="5239302" y="285702"/>
                    </a:lnTo>
                    <a:lnTo>
                      <a:pt x="5265111" y="285755"/>
                    </a:lnTo>
                    <a:lnTo>
                      <a:pt x="5290920" y="285848"/>
                    </a:lnTo>
                    <a:lnTo>
                      <a:pt x="5316730" y="285984"/>
                    </a:lnTo>
                    <a:lnTo>
                      <a:pt x="5342539" y="286166"/>
                    </a:lnTo>
                    <a:lnTo>
                      <a:pt x="5368348" y="286394"/>
                    </a:lnTo>
                    <a:lnTo>
                      <a:pt x="5394158" y="286670"/>
                    </a:lnTo>
                    <a:lnTo>
                      <a:pt x="5419967" y="286994"/>
                    </a:lnTo>
                    <a:lnTo>
                      <a:pt x="5445776" y="287363"/>
                    </a:lnTo>
                    <a:lnTo>
                      <a:pt x="5471586" y="287776"/>
                    </a:lnTo>
                    <a:lnTo>
                      <a:pt x="5497395" y="288230"/>
                    </a:lnTo>
                    <a:lnTo>
                      <a:pt x="5523205" y="288721"/>
                    </a:lnTo>
                    <a:lnTo>
                      <a:pt x="5549014" y="289245"/>
                    </a:lnTo>
                    <a:lnTo>
                      <a:pt x="5574823" y="289795"/>
                    </a:lnTo>
                    <a:lnTo>
                      <a:pt x="5600633" y="290366"/>
                    </a:lnTo>
                    <a:lnTo>
                      <a:pt x="5626442" y="290951"/>
                    </a:lnTo>
                    <a:lnTo>
                      <a:pt x="5652251" y="291543"/>
                    </a:lnTo>
                    <a:lnTo>
                      <a:pt x="5678061" y="292135"/>
                    </a:lnTo>
                    <a:lnTo>
                      <a:pt x="5703870" y="292719"/>
                    </a:lnTo>
                    <a:lnTo>
                      <a:pt x="5729680" y="293288"/>
                    </a:lnTo>
                    <a:lnTo>
                      <a:pt x="5755489" y="293835"/>
                    </a:lnTo>
                    <a:lnTo>
                      <a:pt x="5781298" y="294354"/>
                    </a:lnTo>
                    <a:lnTo>
                      <a:pt x="5807108" y="294837"/>
                    </a:lnTo>
                    <a:lnTo>
                      <a:pt x="5832917" y="295278"/>
                    </a:lnTo>
                    <a:lnTo>
                      <a:pt x="5858726" y="295673"/>
                    </a:lnTo>
                    <a:lnTo>
                      <a:pt x="5884536" y="296017"/>
                    </a:lnTo>
                    <a:lnTo>
                      <a:pt x="5910345" y="296303"/>
                    </a:lnTo>
                    <a:lnTo>
                      <a:pt x="5936154" y="296530"/>
                    </a:lnTo>
                    <a:lnTo>
                      <a:pt x="5961964" y="296692"/>
                    </a:lnTo>
                    <a:lnTo>
                      <a:pt x="5987773" y="296788"/>
                    </a:lnTo>
                    <a:lnTo>
                      <a:pt x="6013583" y="296812"/>
                    </a:lnTo>
                    <a:lnTo>
                      <a:pt x="6039392" y="296764"/>
                    </a:lnTo>
                    <a:lnTo>
                      <a:pt x="6065201" y="296638"/>
                    </a:lnTo>
                    <a:lnTo>
                      <a:pt x="6091011" y="296432"/>
                    </a:lnTo>
                    <a:lnTo>
                      <a:pt x="6116820" y="296142"/>
                    </a:lnTo>
                    <a:lnTo>
                      <a:pt x="6142629" y="295764"/>
                    </a:lnTo>
                    <a:lnTo>
                      <a:pt x="6168439" y="295292"/>
                    </a:lnTo>
                    <a:lnTo>
                      <a:pt x="6194248" y="294721"/>
                    </a:lnTo>
                    <a:lnTo>
                      <a:pt x="6220058" y="294043"/>
                    </a:lnTo>
                    <a:lnTo>
                      <a:pt x="6245867" y="293250"/>
                    </a:lnTo>
                    <a:lnTo>
                      <a:pt x="6271676" y="292335"/>
                    </a:lnTo>
                    <a:lnTo>
                      <a:pt x="6297486" y="291286"/>
                    </a:lnTo>
                    <a:lnTo>
                      <a:pt x="6323295" y="290092"/>
                    </a:lnTo>
                    <a:lnTo>
                      <a:pt x="6349104" y="288741"/>
                    </a:lnTo>
                    <a:lnTo>
                      <a:pt x="6374914" y="287219"/>
                    </a:lnTo>
                    <a:lnTo>
                      <a:pt x="6400723" y="285512"/>
                    </a:lnTo>
                    <a:lnTo>
                      <a:pt x="6426533" y="283604"/>
                    </a:lnTo>
                    <a:lnTo>
                      <a:pt x="6452342" y="281479"/>
                    </a:lnTo>
                    <a:lnTo>
                      <a:pt x="6478151" y="279121"/>
                    </a:lnTo>
                    <a:lnTo>
                      <a:pt x="6503961" y="276512"/>
                    </a:lnTo>
                    <a:lnTo>
                      <a:pt x="6529770" y="273637"/>
                    </a:lnTo>
                    <a:lnTo>
                      <a:pt x="6555579" y="270476"/>
                    </a:lnTo>
                    <a:lnTo>
                      <a:pt x="6581389" y="267016"/>
                    </a:lnTo>
                    <a:lnTo>
                      <a:pt x="6607198" y="263240"/>
                    </a:lnTo>
                    <a:lnTo>
                      <a:pt x="6633007" y="259133"/>
                    </a:lnTo>
                    <a:lnTo>
                      <a:pt x="6658817" y="254683"/>
                    </a:lnTo>
                    <a:lnTo>
                      <a:pt x="6684626" y="249880"/>
                    </a:lnTo>
                    <a:lnTo>
                      <a:pt x="6710436" y="244713"/>
                    </a:lnTo>
                    <a:lnTo>
                      <a:pt x="6736245" y="239177"/>
                    </a:lnTo>
                    <a:lnTo>
                      <a:pt x="6762054" y="233268"/>
                    </a:lnTo>
                    <a:lnTo>
                      <a:pt x="6787864" y="226985"/>
                    </a:lnTo>
                    <a:lnTo>
                      <a:pt x="6813673" y="220332"/>
                    </a:lnTo>
                    <a:lnTo>
                      <a:pt x="6839482" y="213314"/>
                    </a:lnTo>
                    <a:lnTo>
                      <a:pt x="6865292" y="205942"/>
                    </a:lnTo>
                    <a:lnTo>
                      <a:pt x="6891101" y="198230"/>
                    </a:lnTo>
                    <a:lnTo>
                      <a:pt x="6916911" y="190197"/>
                    </a:lnTo>
                    <a:lnTo>
                      <a:pt x="6942720" y="181865"/>
                    </a:lnTo>
                    <a:lnTo>
                      <a:pt x="6968529" y="173260"/>
                    </a:lnTo>
                    <a:lnTo>
                      <a:pt x="6994339" y="164414"/>
                    </a:lnTo>
                    <a:lnTo>
                      <a:pt x="7020148" y="155361"/>
                    </a:lnTo>
                    <a:lnTo>
                      <a:pt x="7045957" y="146141"/>
                    </a:lnTo>
                    <a:lnTo>
                      <a:pt x="7071767" y="136795"/>
                    </a:lnTo>
                    <a:lnTo>
                      <a:pt x="7097576" y="127369"/>
                    </a:lnTo>
                    <a:lnTo>
                      <a:pt x="7123385" y="117912"/>
                    </a:lnTo>
                    <a:lnTo>
                      <a:pt x="7149195" y="108476"/>
                    </a:lnTo>
                    <a:lnTo>
                      <a:pt x="7175004" y="99114"/>
                    </a:lnTo>
                    <a:lnTo>
                      <a:pt x="7200814" y="89880"/>
                    </a:lnTo>
                    <a:lnTo>
                      <a:pt x="7226623" y="80831"/>
                    </a:lnTo>
                    <a:lnTo>
                      <a:pt x="7252432" y="72022"/>
                    </a:lnTo>
                    <a:lnTo>
                      <a:pt x="7278242" y="63510"/>
                    </a:lnTo>
                    <a:lnTo>
                      <a:pt x="7304051" y="55349"/>
                    </a:lnTo>
                    <a:lnTo>
                      <a:pt x="7329860" y="47593"/>
                    </a:lnTo>
                    <a:lnTo>
                      <a:pt x="7355670" y="40292"/>
                    </a:lnTo>
                    <a:lnTo>
                      <a:pt x="7381479" y="33492"/>
                    </a:lnTo>
                    <a:lnTo>
                      <a:pt x="7407289" y="27239"/>
                    </a:lnTo>
                    <a:lnTo>
                      <a:pt x="7433098" y="21571"/>
                    </a:lnTo>
                    <a:lnTo>
                      <a:pt x="7458907" y="16521"/>
                    </a:lnTo>
                    <a:lnTo>
                      <a:pt x="7484717" y="12118"/>
                    </a:lnTo>
                    <a:lnTo>
                      <a:pt x="7510526" y="8383"/>
                    </a:lnTo>
                    <a:lnTo>
                      <a:pt x="7536335" y="5331"/>
                    </a:lnTo>
                    <a:lnTo>
                      <a:pt x="7562145" y="2971"/>
                    </a:lnTo>
                    <a:lnTo>
                      <a:pt x="7587954" y="1302"/>
                    </a:lnTo>
                    <a:lnTo>
                      <a:pt x="7613764" y="317"/>
                    </a:lnTo>
                    <a:lnTo>
                      <a:pt x="7639573" y="0"/>
                    </a:lnTo>
                    <a:lnTo>
                      <a:pt x="7665382" y="330"/>
                    </a:lnTo>
                    <a:lnTo>
                      <a:pt x="7691192" y="1276"/>
                    </a:lnTo>
                    <a:lnTo>
                      <a:pt x="7717001" y="2799"/>
                    </a:lnTo>
                    <a:lnTo>
                      <a:pt x="7742810" y="4856"/>
                    </a:lnTo>
                    <a:lnTo>
                      <a:pt x="7768620" y="7394"/>
                    </a:lnTo>
                    <a:lnTo>
                      <a:pt x="7794429" y="10356"/>
                    </a:lnTo>
                    <a:lnTo>
                      <a:pt x="7820238" y="13679"/>
                    </a:lnTo>
                    <a:lnTo>
                      <a:pt x="7846048" y="17297"/>
                    </a:lnTo>
                    <a:lnTo>
                      <a:pt x="7871857" y="21137"/>
                    </a:lnTo>
                    <a:lnTo>
                      <a:pt x="7897667" y="25127"/>
                    </a:lnTo>
                    <a:lnTo>
                      <a:pt x="7923476" y="29192"/>
                    </a:lnTo>
                    <a:lnTo>
                      <a:pt x="7949285" y="33256"/>
                    </a:lnTo>
                    <a:lnTo>
                      <a:pt x="7975095" y="37243"/>
                    </a:lnTo>
                    <a:lnTo>
                      <a:pt x="8000904" y="41080"/>
                    </a:lnTo>
                    <a:lnTo>
                      <a:pt x="8026713" y="44698"/>
                    </a:lnTo>
                    <a:lnTo>
                      <a:pt x="8052523" y="48029"/>
                    </a:lnTo>
                    <a:lnTo>
                      <a:pt x="8078332" y="51013"/>
                    </a:lnTo>
                    <a:lnTo>
                      <a:pt x="8104142" y="53595"/>
                    </a:lnTo>
                    <a:lnTo>
                      <a:pt x="8129951" y="55728"/>
                    </a:lnTo>
                    <a:lnTo>
                      <a:pt x="8155760" y="57373"/>
                    </a:lnTo>
                    <a:lnTo>
                      <a:pt x="8181570" y="58499"/>
                    </a:lnTo>
                    <a:lnTo>
                      <a:pt x="8207379" y="59087"/>
                    </a:lnTo>
                    <a:lnTo>
                      <a:pt x="8233188" y="59126"/>
                    </a:lnTo>
                    <a:lnTo>
                      <a:pt x="8258998" y="58617"/>
                    </a:lnTo>
                    <a:lnTo>
                      <a:pt x="8284807" y="57571"/>
                    </a:lnTo>
                    <a:lnTo>
                      <a:pt x="8310616" y="56010"/>
                    </a:lnTo>
                    <a:lnTo>
                      <a:pt x="8336426" y="53968"/>
                    </a:lnTo>
                    <a:lnTo>
                      <a:pt x="8362235" y="51486"/>
                    </a:lnTo>
                    <a:lnTo>
                      <a:pt x="8388045" y="48618"/>
                    </a:lnTo>
                    <a:lnTo>
                      <a:pt x="8413854" y="45425"/>
                    </a:lnTo>
                    <a:lnTo>
                      <a:pt x="8439663" y="41976"/>
                    </a:lnTo>
                    <a:lnTo>
                      <a:pt x="8465473" y="38346"/>
                    </a:lnTo>
                    <a:lnTo>
                      <a:pt x="8491282" y="34619"/>
                    </a:lnTo>
                    <a:lnTo>
                      <a:pt x="8517091" y="30879"/>
                    </a:lnTo>
                    <a:lnTo>
                      <a:pt x="8542901" y="27215"/>
                    </a:lnTo>
                    <a:lnTo>
                      <a:pt x="8568710" y="23716"/>
                    </a:lnTo>
                    <a:lnTo>
                      <a:pt x="8594520" y="20473"/>
                    </a:lnTo>
                    <a:lnTo>
                      <a:pt x="8620329" y="17572"/>
                    </a:lnTo>
                    <a:lnTo>
                      <a:pt x="8646138" y="15097"/>
                    </a:lnTo>
                    <a:lnTo>
                      <a:pt x="8671948" y="13127"/>
                    </a:lnTo>
                    <a:lnTo>
                      <a:pt x="8697757" y="11736"/>
                    </a:lnTo>
                    <a:lnTo>
                      <a:pt x="8723566" y="10988"/>
                    </a:lnTo>
                    <a:lnTo>
                      <a:pt x="8749376" y="10939"/>
                    </a:lnTo>
                    <a:lnTo>
                      <a:pt x="8775185" y="11636"/>
                    </a:lnTo>
                    <a:lnTo>
                      <a:pt x="8800995" y="13116"/>
                    </a:lnTo>
                    <a:lnTo>
                      <a:pt x="8826804" y="15403"/>
                    </a:lnTo>
                    <a:lnTo>
                      <a:pt x="8852613" y="18513"/>
                    </a:lnTo>
                    <a:lnTo>
                      <a:pt x="8878423" y="22447"/>
                    </a:lnTo>
                    <a:lnTo>
                      <a:pt x="8904232" y="27197"/>
                    </a:lnTo>
                    <a:lnTo>
                      <a:pt x="8930041" y="32744"/>
                    </a:lnTo>
                    <a:lnTo>
                      <a:pt x="8955851" y="39057"/>
                    </a:lnTo>
                    <a:lnTo>
                      <a:pt x="8981660" y="46097"/>
                    </a:lnTo>
                    <a:lnTo>
                      <a:pt x="9007469" y="53816"/>
                    </a:lnTo>
                    <a:lnTo>
                      <a:pt x="9033279" y="62155"/>
                    </a:lnTo>
                    <a:lnTo>
                      <a:pt x="9059088" y="71053"/>
                    </a:lnTo>
                    <a:lnTo>
                      <a:pt x="9084898" y="80441"/>
                    </a:lnTo>
                    <a:lnTo>
                      <a:pt x="9110707" y="90243"/>
                    </a:lnTo>
                    <a:lnTo>
                      <a:pt x="9136516" y="100385"/>
                    </a:lnTo>
                    <a:lnTo>
                      <a:pt x="9162326" y="110788"/>
                    </a:lnTo>
                    <a:lnTo>
                      <a:pt x="9188135" y="121373"/>
                    </a:lnTo>
                    <a:lnTo>
                      <a:pt x="9213944" y="132061"/>
                    </a:lnTo>
                    <a:lnTo>
                      <a:pt x="9239754" y="142776"/>
                    </a:lnTo>
                    <a:lnTo>
                      <a:pt x="9265563" y="153445"/>
                    </a:lnTo>
                    <a:lnTo>
                      <a:pt x="9291373" y="163996"/>
                    </a:lnTo>
                    <a:lnTo>
                      <a:pt x="9317182" y="174364"/>
                    </a:lnTo>
                    <a:lnTo>
                      <a:pt x="9342991" y="184489"/>
                    </a:lnTo>
                    <a:lnTo>
                      <a:pt x="9368801" y="194315"/>
                    </a:lnTo>
                    <a:lnTo>
                      <a:pt x="9394610" y="203794"/>
                    </a:lnTo>
                    <a:lnTo>
                      <a:pt x="9420419" y="212881"/>
                    </a:lnTo>
                    <a:lnTo>
                      <a:pt x="9446229" y="221541"/>
                    </a:lnTo>
                    <a:lnTo>
                      <a:pt x="9472038" y="229745"/>
                    </a:lnTo>
                    <a:lnTo>
                      <a:pt x="9497847" y="237467"/>
                    </a:lnTo>
                    <a:lnTo>
                      <a:pt x="9523657" y="244690"/>
                    </a:lnTo>
                    <a:lnTo>
                      <a:pt x="9549466" y="251404"/>
                    </a:lnTo>
                    <a:lnTo>
                      <a:pt x="9575276" y="257600"/>
                    </a:lnTo>
                    <a:lnTo>
                      <a:pt x="9601085" y="263279"/>
                    </a:lnTo>
                    <a:lnTo>
                      <a:pt x="9626894" y="268444"/>
                    </a:lnTo>
                    <a:lnTo>
                      <a:pt x="9652704" y="273103"/>
                    </a:lnTo>
                    <a:lnTo>
                      <a:pt x="9678513" y="277266"/>
                    </a:lnTo>
                    <a:lnTo>
                      <a:pt x="9704322" y="280951"/>
                    </a:lnTo>
                    <a:lnTo>
                      <a:pt x="9730132" y="284173"/>
                    </a:lnTo>
                    <a:lnTo>
                      <a:pt x="9755941" y="286953"/>
                    </a:lnTo>
                    <a:lnTo>
                      <a:pt x="9781751" y="289313"/>
                    </a:lnTo>
                    <a:lnTo>
                      <a:pt x="9807560" y="291277"/>
                    </a:lnTo>
                    <a:lnTo>
                      <a:pt x="9833369" y="292870"/>
                    </a:lnTo>
                    <a:lnTo>
                      <a:pt x="9859179" y="294117"/>
                    </a:lnTo>
                    <a:lnTo>
                      <a:pt x="9884988" y="295044"/>
                    </a:lnTo>
                    <a:lnTo>
                      <a:pt x="9910797" y="295677"/>
                    </a:lnTo>
                    <a:lnTo>
                      <a:pt x="9936607" y="296044"/>
                    </a:lnTo>
                    <a:lnTo>
                      <a:pt x="9962416" y="296169"/>
                    </a:lnTo>
                    <a:lnTo>
                      <a:pt x="9988226" y="296080"/>
                    </a:lnTo>
                    <a:lnTo>
                      <a:pt x="10014035" y="295800"/>
                    </a:lnTo>
                    <a:lnTo>
                      <a:pt x="10039844" y="295355"/>
                    </a:lnTo>
                    <a:lnTo>
                      <a:pt x="10065654" y="294769"/>
                    </a:lnTo>
                    <a:lnTo>
                      <a:pt x="10091463" y="294064"/>
                    </a:lnTo>
                    <a:lnTo>
                      <a:pt x="10117272" y="293262"/>
                    </a:lnTo>
                    <a:lnTo>
                      <a:pt x="10143082" y="292384"/>
                    </a:lnTo>
                    <a:lnTo>
                      <a:pt x="10168891" y="291451"/>
                    </a:lnTo>
                    <a:lnTo>
                      <a:pt x="10194700" y="290481"/>
                    </a:lnTo>
                    <a:lnTo>
                      <a:pt x="10220510" y="289491"/>
                    </a:lnTo>
                    <a:lnTo>
                      <a:pt x="10246319" y="288499"/>
                    </a:lnTo>
                    <a:lnTo>
                      <a:pt x="10272129" y="287519"/>
                    </a:lnTo>
                    <a:lnTo>
                      <a:pt x="10297938" y="286566"/>
                    </a:lnTo>
                    <a:lnTo>
                      <a:pt x="10323747" y="285652"/>
                    </a:lnTo>
                    <a:lnTo>
                      <a:pt x="10349557" y="284788"/>
                    </a:lnTo>
                    <a:lnTo>
                      <a:pt x="10375366" y="283986"/>
                    </a:lnTo>
                    <a:lnTo>
                      <a:pt x="10401175" y="283254"/>
                    </a:lnTo>
                    <a:lnTo>
                      <a:pt x="10426985" y="282599"/>
                    </a:lnTo>
                    <a:lnTo>
                      <a:pt x="10452794" y="282028"/>
                    </a:lnTo>
                    <a:lnTo>
                      <a:pt x="10478604" y="281546"/>
                    </a:lnTo>
                    <a:lnTo>
                      <a:pt x="10504413" y="281157"/>
                    </a:lnTo>
                    <a:lnTo>
                      <a:pt x="10530222" y="280862"/>
                    </a:lnTo>
                    <a:lnTo>
                      <a:pt x="10556032" y="280663"/>
                    </a:lnTo>
                    <a:lnTo>
                      <a:pt x="10581841" y="280561"/>
                    </a:lnTo>
                    <a:lnTo>
                      <a:pt x="10607650" y="280553"/>
                    </a:lnTo>
                    <a:lnTo>
                      <a:pt x="10633460" y="280638"/>
                    </a:lnTo>
                    <a:lnTo>
                      <a:pt x="10659269" y="280812"/>
                    </a:lnTo>
                    <a:lnTo>
                      <a:pt x="10685078" y="281070"/>
                    </a:lnTo>
                    <a:lnTo>
                      <a:pt x="10710888" y="281409"/>
                    </a:lnTo>
                    <a:lnTo>
                      <a:pt x="10736697" y="281820"/>
                    </a:lnTo>
                    <a:lnTo>
                      <a:pt x="10762507" y="282299"/>
                    </a:lnTo>
                    <a:lnTo>
                      <a:pt x="10788316" y="282837"/>
                    </a:lnTo>
                    <a:lnTo>
                      <a:pt x="10814125" y="283426"/>
                    </a:lnTo>
                    <a:lnTo>
                      <a:pt x="10839935" y="284059"/>
                    </a:lnTo>
                    <a:lnTo>
                      <a:pt x="10865744" y="284728"/>
                    </a:lnTo>
                    <a:lnTo>
                      <a:pt x="10891553" y="285422"/>
                    </a:lnTo>
                    <a:lnTo>
                      <a:pt x="10917363" y="286135"/>
                    </a:lnTo>
                    <a:lnTo>
                      <a:pt x="10943172" y="286857"/>
                    </a:lnTo>
                    <a:lnTo>
                      <a:pt x="10968982" y="287581"/>
                    </a:lnTo>
                    <a:lnTo>
                      <a:pt x="10994791" y="288297"/>
                    </a:lnTo>
                    <a:lnTo>
                      <a:pt x="11020600" y="289000"/>
                    </a:lnTo>
                    <a:lnTo>
                      <a:pt x="11046410" y="289682"/>
                    </a:lnTo>
                    <a:lnTo>
                      <a:pt x="11072219" y="290336"/>
                    </a:lnTo>
                    <a:lnTo>
                      <a:pt x="11098028" y="290957"/>
                    </a:lnTo>
                    <a:lnTo>
                      <a:pt x="11123838" y="291540"/>
                    </a:lnTo>
                    <a:lnTo>
                      <a:pt x="11149647" y="292081"/>
                    </a:lnTo>
                    <a:lnTo>
                      <a:pt x="11175457" y="292577"/>
                    </a:lnTo>
                    <a:lnTo>
                      <a:pt x="11201266" y="293025"/>
                    </a:lnTo>
                    <a:lnTo>
                      <a:pt x="11227075" y="293424"/>
                    </a:lnTo>
                    <a:lnTo>
                      <a:pt x="11252885" y="293773"/>
                    </a:lnTo>
                    <a:lnTo>
                      <a:pt x="11278694" y="294073"/>
                    </a:lnTo>
                    <a:lnTo>
                      <a:pt x="11304503" y="294325"/>
                    </a:lnTo>
                    <a:lnTo>
                      <a:pt x="11330313" y="294531"/>
                    </a:lnTo>
                    <a:lnTo>
                      <a:pt x="11356122" y="294694"/>
                    </a:lnTo>
                    <a:lnTo>
                      <a:pt x="11381931" y="294818"/>
                    </a:lnTo>
                    <a:lnTo>
                      <a:pt x="11407741" y="294906"/>
                    </a:lnTo>
                    <a:lnTo>
                      <a:pt x="11433550" y="294964"/>
                    </a:lnTo>
                    <a:lnTo>
                      <a:pt x="11459360" y="294996"/>
                    </a:lnTo>
                    <a:lnTo>
                      <a:pt x="11485169" y="295010"/>
                    </a:lnTo>
                    <a:lnTo>
                      <a:pt x="11510978" y="295010"/>
                    </a:lnTo>
                    <a:lnTo>
                      <a:pt x="11536788" y="295004"/>
                    </a:lnTo>
                    <a:lnTo>
                      <a:pt x="11562597" y="294997"/>
                    </a:lnTo>
                    <a:lnTo>
                      <a:pt x="11588406" y="294997"/>
                    </a:lnTo>
                    <a:lnTo>
                      <a:pt x="11614216" y="295009"/>
                    </a:lnTo>
                    <a:lnTo>
                      <a:pt x="11640025" y="295041"/>
                    </a:lnTo>
                    <a:lnTo>
                      <a:pt x="11665835" y="295097"/>
                    </a:lnTo>
                    <a:lnTo>
                      <a:pt x="11691644" y="295184"/>
                    </a:lnTo>
                    <a:lnTo>
                      <a:pt x="11717453" y="295307"/>
                    </a:lnTo>
                    <a:lnTo>
                      <a:pt x="11743263" y="295470"/>
                    </a:lnTo>
                    <a:lnTo>
                      <a:pt x="11769072" y="295678"/>
                    </a:lnTo>
                    <a:lnTo>
                      <a:pt x="11794881" y="295933"/>
                    </a:lnTo>
                    <a:lnTo>
                      <a:pt x="11820691" y="296240"/>
                    </a:lnTo>
                    <a:lnTo>
                      <a:pt x="11846500" y="296599"/>
                    </a:lnTo>
                    <a:lnTo>
                      <a:pt x="11872309" y="297012"/>
                    </a:lnTo>
                    <a:lnTo>
                      <a:pt x="11898119" y="297479"/>
                    </a:lnTo>
                    <a:lnTo>
                      <a:pt x="11923928" y="297999"/>
                    </a:lnTo>
                    <a:lnTo>
                      <a:pt x="11949738" y="298573"/>
                    </a:lnTo>
                    <a:lnTo>
                      <a:pt x="11975547" y="299196"/>
                    </a:lnTo>
                    <a:lnTo>
                      <a:pt x="12001356" y="299867"/>
                    </a:lnTo>
                    <a:lnTo>
                      <a:pt x="12027166" y="300582"/>
                    </a:lnTo>
                    <a:lnTo>
                      <a:pt x="12052975" y="301336"/>
                    </a:lnTo>
                    <a:lnTo>
                      <a:pt x="12078784" y="302125"/>
                    </a:lnTo>
                    <a:lnTo>
                      <a:pt x="12104594" y="302943"/>
                    </a:lnTo>
                    <a:lnTo>
                      <a:pt x="12130403" y="303784"/>
                    </a:lnTo>
                    <a:lnTo>
                      <a:pt x="12156213" y="304641"/>
                    </a:lnTo>
                    <a:lnTo>
                      <a:pt x="12182022" y="305508"/>
                    </a:lnTo>
                    <a:lnTo>
                      <a:pt x="12207831" y="306377"/>
                    </a:lnTo>
                    <a:lnTo>
                      <a:pt x="12233641" y="307240"/>
                    </a:lnTo>
                    <a:lnTo>
                      <a:pt x="12259450" y="308091"/>
                    </a:lnTo>
                    <a:lnTo>
                      <a:pt x="12285259" y="308922"/>
                    </a:lnTo>
                    <a:lnTo>
                      <a:pt x="12311069" y="309725"/>
                    </a:lnTo>
                    <a:lnTo>
                      <a:pt x="12336878" y="310494"/>
                    </a:lnTo>
                    <a:lnTo>
                      <a:pt x="12362687" y="311220"/>
                    </a:lnTo>
                  </a:path>
                </a:pathLst>
              </a:custGeom>
              <a:noFill/>
              <a:ln w="57150">
                <a:solidFill>
                  <a:srgbClr val="95ADB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cxnSp>
            <p:nvCxnSpPr>
              <p:cNvPr id="1531" name="Connector 355">
                <a:extLst>
                  <a:ext uri="{FF2B5EF4-FFF2-40B4-BE49-F238E27FC236}">
                    <a16:creationId xmlns:a16="http://schemas.microsoft.com/office/drawing/2014/main" id="{C93B197D-35E0-49DF-AA57-892D25CD8F57}"/>
                  </a:ext>
                </a:extLst>
              </p:cNvPr>
              <p:cNvCxnSpPr/>
              <p:nvPr/>
            </p:nvCxnSpPr>
            <p:spPr>
              <a:xfrm>
                <a:off x="2956867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2" name="Connector 356">
                <a:extLst>
                  <a:ext uri="{FF2B5EF4-FFF2-40B4-BE49-F238E27FC236}">
                    <a16:creationId xmlns:a16="http://schemas.microsoft.com/office/drawing/2014/main" id="{A83F65CB-FDD2-426F-904A-80D8E9477B40}"/>
                  </a:ext>
                </a:extLst>
              </p:cNvPr>
              <p:cNvCxnSpPr/>
              <p:nvPr/>
            </p:nvCxnSpPr>
            <p:spPr>
              <a:xfrm>
                <a:off x="3577031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3" name="Connector 357">
                <a:extLst>
                  <a:ext uri="{FF2B5EF4-FFF2-40B4-BE49-F238E27FC236}">
                    <a16:creationId xmlns:a16="http://schemas.microsoft.com/office/drawing/2014/main" id="{C010061E-FB1F-4047-BA89-31FC29B6FF14}"/>
                  </a:ext>
                </a:extLst>
              </p:cNvPr>
              <p:cNvCxnSpPr/>
              <p:nvPr/>
            </p:nvCxnSpPr>
            <p:spPr>
              <a:xfrm>
                <a:off x="4197195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4" name="Connector 358">
                <a:extLst>
                  <a:ext uri="{FF2B5EF4-FFF2-40B4-BE49-F238E27FC236}">
                    <a16:creationId xmlns:a16="http://schemas.microsoft.com/office/drawing/2014/main" id="{0EA3E709-686B-4CA2-BE26-3EC3AD737B85}"/>
                  </a:ext>
                </a:extLst>
              </p:cNvPr>
              <p:cNvCxnSpPr/>
              <p:nvPr/>
            </p:nvCxnSpPr>
            <p:spPr>
              <a:xfrm>
                <a:off x="4817359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5" name="Connector 359">
                <a:extLst>
                  <a:ext uri="{FF2B5EF4-FFF2-40B4-BE49-F238E27FC236}">
                    <a16:creationId xmlns:a16="http://schemas.microsoft.com/office/drawing/2014/main" id="{8CC9A7F4-FED6-41DF-9D7D-7E37E5E43FAF}"/>
                  </a:ext>
                </a:extLst>
              </p:cNvPr>
              <p:cNvCxnSpPr/>
              <p:nvPr/>
            </p:nvCxnSpPr>
            <p:spPr>
              <a:xfrm>
                <a:off x="5437524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6" name="Connector 360">
                <a:extLst>
                  <a:ext uri="{FF2B5EF4-FFF2-40B4-BE49-F238E27FC236}">
                    <a16:creationId xmlns:a16="http://schemas.microsoft.com/office/drawing/2014/main" id="{4DD7E912-A0EA-4B88-9563-620994AFD1EF}"/>
                  </a:ext>
                </a:extLst>
              </p:cNvPr>
              <p:cNvCxnSpPr/>
              <p:nvPr/>
            </p:nvCxnSpPr>
            <p:spPr>
              <a:xfrm>
                <a:off x="6057688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7" name="Connector 361">
                <a:extLst>
                  <a:ext uri="{FF2B5EF4-FFF2-40B4-BE49-F238E27FC236}">
                    <a16:creationId xmlns:a16="http://schemas.microsoft.com/office/drawing/2014/main" id="{32A5D208-F187-49A8-8D2D-297572B9AE5D}"/>
                  </a:ext>
                </a:extLst>
              </p:cNvPr>
              <p:cNvCxnSpPr/>
              <p:nvPr/>
            </p:nvCxnSpPr>
            <p:spPr>
              <a:xfrm>
                <a:off x="6677853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8" name="Connector 362">
                <a:extLst>
                  <a:ext uri="{FF2B5EF4-FFF2-40B4-BE49-F238E27FC236}">
                    <a16:creationId xmlns:a16="http://schemas.microsoft.com/office/drawing/2014/main" id="{DF3A5310-224D-4A1A-868A-6A49176E16A5}"/>
                  </a:ext>
                </a:extLst>
              </p:cNvPr>
              <p:cNvCxnSpPr/>
              <p:nvPr/>
            </p:nvCxnSpPr>
            <p:spPr>
              <a:xfrm>
                <a:off x="7298017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9" name="Connector 363">
                <a:extLst>
                  <a:ext uri="{FF2B5EF4-FFF2-40B4-BE49-F238E27FC236}">
                    <a16:creationId xmlns:a16="http://schemas.microsoft.com/office/drawing/2014/main" id="{3AF2935D-D069-4E8E-A9C9-779F1AC343D1}"/>
                  </a:ext>
                </a:extLst>
              </p:cNvPr>
              <p:cNvCxnSpPr/>
              <p:nvPr/>
            </p:nvCxnSpPr>
            <p:spPr>
              <a:xfrm>
                <a:off x="7918181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0" name="Connector 364">
                <a:extLst>
                  <a:ext uri="{FF2B5EF4-FFF2-40B4-BE49-F238E27FC236}">
                    <a16:creationId xmlns:a16="http://schemas.microsoft.com/office/drawing/2014/main" id="{EEF63687-B2EF-45ED-8ED3-AE89A42CFFFA}"/>
                  </a:ext>
                </a:extLst>
              </p:cNvPr>
              <p:cNvCxnSpPr/>
              <p:nvPr/>
            </p:nvCxnSpPr>
            <p:spPr>
              <a:xfrm>
                <a:off x="8538345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1" name="Connector 365">
                <a:extLst>
                  <a:ext uri="{FF2B5EF4-FFF2-40B4-BE49-F238E27FC236}">
                    <a16:creationId xmlns:a16="http://schemas.microsoft.com/office/drawing/2014/main" id="{58483321-20D1-4A41-8812-8F68E8B1AF38}"/>
                  </a:ext>
                </a:extLst>
              </p:cNvPr>
              <p:cNvCxnSpPr/>
              <p:nvPr/>
            </p:nvCxnSpPr>
            <p:spPr>
              <a:xfrm>
                <a:off x="9158509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2" name="Connector 366">
                <a:extLst>
                  <a:ext uri="{FF2B5EF4-FFF2-40B4-BE49-F238E27FC236}">
                    <a16:creationId xmlns:a16="http://schemas.microsoft.com/office/drawing/2014/main" id="{A990FDA1-87C3-4599-8A9A-D50987AE34BC}"/>
                  </a:ext>
                </a:extLst>
              </p:cNvPr>
              <p:cNvCxnSpPr/>
              <p:nvPr/>
            </p:nvCxnSpPr>
            <p:spPr>
              <a:xfrm>
                <a:off x="12259331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3" name="Connector 367">
                <a:extLst>
                  <a:ext uri="{FF2B5EF4-FFF2-40B4-BE49-F238E27FC236}">
                    <a16:creationId xmlns:a16="http://schemas.microsoft.com/office/drawing/2014/main" id="{BCCC8248-5F2C-495F-8B6C-7528281FFBE8}"/>
                  </a:ext>
                </a:extLst>
              </p:cNvPr>
              <p:cNvCxnSpPr/>
              <p:nvPr/>
            </p:nvCxnSpPr>
            <p:spPr>
              <a:xfrm>
                <a:off x="12879495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4" name="Connector 368">
                <a:extLst>
                  <a:ext uri="{FF2B5EF4-FFF2-40B4-BE49-F238E27FC236}">
                    <a16:creationId xmlns:a16="http://schemas.microsoft.com/office/drawing/2014/main" id="{797EDB58-9521-4BDF-A5B6-D73896144BC6}"/>
                  </a:ext>
                </a:extLst>
              </p:cNvPr>
              <p:cNvCxnSpPr/>
              <p:nvPr/>
            </p:nvCxnSpPr>
            <p:spPr>
              <a:xfrm>
                <a:off x="13499659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5" name="Connector 369">
                <a:extLst>
                  <a:ext uri="{FF2B5EF4-FFF2-40B4-BE49-F238E27FC236}">
                    <a16:creationId xmlns:a16="http://schemas.microsoft.com/office/drawing/2014/main" id="{E3A5F687-FE7B-4605-9251-1670526AC6C1}"/>
                  </a:ext>
                </a:extLst>
              </p:cNvPr>
              <p:cNvCxnSpPr/>
              <p:nvPr/>
            </p:nvCxnSpPr>
            <p:spPr>
              <a:xfrm>
                <a:off x="14119823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6" name="Connector 370">
                <a:extLst>
                  <a:ext uri="{FF2B5EF4-FFF2-40B4-BE49-F238E27FC236}">
                    <a16:creationId xmlns:a16="http://schemas.microsoft.com/office/drawing/2014/main" id="{60AF300E-B5EB-4761-9329-433D233DA6AD}"/>
                  </a:ext>
                </a:extLst>
              </p:cNvPr>
              <p:cNvCxnSpPr/>
              <p:nvPr/>
            </p:nvCxnSpPr>
            <p:spPr>
              <a:xfrm>
                <a:off x="14739987" y="5917140"/>
                <a:ext cx="0" cy="331927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7" name="Connector 371">
                <a:extLst>
                  <a:ext uri="{FF2B5EF4-FFF2-40B4-BE49-F238E27FC236}">
                    <a16:creationId xmlns:a16="http://schemas.microsoft.com/office/drawing/2014/main" id="{C96F47EF-2466-4447-99F9-E3EFF643CC43}"/>
                  </a:ext>
                </a:extLst>
              </p:cNvPr>
              <p:cNvCxnSpPr/>
              <p:nvPr/>
            </p:nvCxnSpPr>
            <p:spPr>
              <a:xfrm>
                <a:off x="9632753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8" name="Connector 372">
                <a:extLst>
                  <a:ext uri="{FF2B5EF4-FFF2-40B4-BE49-F238E27FC236}">
                    <a16:creationId xmlns:a16="http://schemas.microsoft.com/office/drawing/2014/main" id="{1FFD9D07-672E-4065-9C9B-F375897EE857}"/>
                  </a:ext>
                </a:extLst>
              </p:cNvPr>
              <p:cNvCxnSpPr/>
              <p:nvPr/>
            </p:nvCxnSpPr>
            <p:spPr>
              <a:xfrm>
                <a:off x="9753073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9" name="Connector 373">
                <a:extLst>
                  <a:ext uri="{FF2B5EF4-FFF2-40B4-BE49-F238E27FC236}">
                    <a16:creationId xmlns:a16="http://schemas.microsoft.com/office/drawing/2014/main" id="{383DEEFA-D29B-4D81-894C-430B47035A90}"/>
                  </a:ext>
                </a:extLst>
              </p:cNvPr>
              <p:cNvCxnSpPr/>
              <p:nvPr/>
            </p:nvCxnSpPr>
            <p:spPr>
              <a:xfrm>
                <a:off x="9873394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0" name="Connector 374">
                <a:extLst>
                  <a:ext uri="{FF2B5EF4-FFF2-40B4-BE49-F238E27FC236}">
                    <a16:creationId xmlns:a16="http://schemas.microsoft.com/office/drawing/2014/main" id="{2EA58E2E-A264-4B52-95A7-6D317951812B}"/>
                  </a:ext>
                </a:extLst>
              </p:cNvPr>
              <p:cNvCxnSpPr/>
              <p:nvPr/>
            </p:nvCxnSpPr>
            <p:spPr>
              <a:xfrm>
                <a:off x="9993715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1" name="Connector 375">
                <a:extLst>
                  <a:ext uri="{FF2B5EF4-FFF2-40B4-BE49-F238E27FC236}">
                    <a16:creationId xmlns:a16="http://schemas.microsoft.com/office/drawing/2014/main" id="{B52E57DD-EAF3-4CAA-BF77-E6758415D254}"/>
                  </a:ext>
                </a:extLst>
              </p:cNvPr>
              <p:cNvCxnSpPr/>
              <p:nvPr/>
            </p:nvCxnSpPr>
            <p:spPr>
              <a:xfrm>
                <a:off x="10114036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2" name="Connector 376">
                <a:extLst>
                  <a:ext uri="{FF2B5EF4-FFF2-40B4-BE49-F238E27FC236}">
                    <a16:creationId xmlns:a16="http://schemas.microsoft.com/office/drawing/2014/main" id="{D6BEACCF-F546-40D4-AAF9-4EA8BD1051D4}"/>
                  </a:ext>
                </a:extLst>
              </p:cNvPr>
              <p:cNvCxnSpPr/>
              <p:nvPr/>
            </p:nvCxnSpPr>
            <p:spPr>
              <a:xfrm>
                <a:off x="10234357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3" name="Connector 377">
                <a:extLst>
                  <a:ext uri="{FF2B5EF4-FFF2-40B4-BE49-F238E27FC236}">
                    <a16:creationId xmlns:a16="http://schemas.microsoft.com/office/drawing/2014/main" id="{4DDDD9C7-40B2-4293-A81A-D865289E2F6D}"/>
                  </a:ext>
                </a:extLst>
              </p:cNvPr>
              <p:cNvCxnSpPr/>
              <p:nvPr/>
            </p:nvCxnSpPr>
            <p:spPr>
              <a:xfrm>
                <a:off x="10354677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4" name="Connector 378">
                <a:extLst>
                  <a:ext uri="{FF2B5EF4-FFF2-40B4-BE49-F238E27FC236}">
                    <a16:creationId xmlns:a16="http://schemas.microsoft.com/office/drawing/2014/main" id="{490FF318-691F-4870-A137-B8C5F082A1EC}"/>
                  </a:ext>
                </a:extLst>
              </p:cNvPr>
              <p:cNvCxnSpPr/>
              <p:nvPr/>
            </p:nvCxnSpPr>
            <p:spPr>
              <a:xfrm>
                <a:off x="10474999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5" name="Connector 379">
                <a:extLst>
                  <a:ext uri="{FF2B5EF4-FFF2-40B4-BE49-F238E27FC236}">
                    <a16:creationId xmlns:a16="http://schemas.microsoft.com/office/drawing/2014/main" id="{409D9208-8A78-4819-BB63-4A8798FE774E}"/>
                  </a:ext>
                </a:extLst>
              </p:cNvPr>
              <p:cNvCxnSpPr/>
              <p:nvPr/>
            </p:nvCxnSpPr>
            <p:spPr>
              <a:xfrm>
                <a:off x="10595319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6" name="Connector 380">
                <a:extLst>
                  <a:ext uri="{FF2B5EF4-FFF2-40B4-BE49-F238E27FC236}">
                    <a16:creationId xmlns:a16="http://schemas.microsoft.com/office/drawing/2014/main" id="{141B4AEA-4425-4331-8A42-F53E017BDE96}"/>
                  </a:ext>
                </a:extLst>
              </p:cNvPr>
              <p:cNvCxnSpPr/>
              <p:nvPr/>
            </p:nvCxnSpPr>
            <p:spPr>
              <a:xfrm>
                <a:off x="10715640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7" name="Connector 381">
                <a:extLst>
                  <a:ext uri="{FF2B5EF4-FFF2-40B4-BE49-F238E27FC236}">
                    <a16:creationId xmlns:a16="http://schemas.microsoft.com/office/drawing/2014/main" id="{EBC6CBEA-B027-4818-91DE-0B675B357CBF}"/>
                  </a:ext>
                </a:extLst>
              </p:cNvPr>
              <p:cNvCxnSpPr/>
              <p:nvPr/>
            </p:nvCxnSpPr>
            <p:spPr>
              <a:xfrm>
                <a:off x="10835960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8" name="Connector 382">
                <a:extLst>
                  <a:ext uri="{FF2B5EF4-FFF2-40B4-BE49-F238E27FC236}">
                    <a16:creationId xmlns:a16="http://schemas.microsoft.com/office/drawing/2014/main" id="{68FD84E4-FC66-4F75-8143-2750CCA05CEF}"/>
                  </a:ext>
                </a:extLst>
              </p:cNvPr>
              <p:cNvCxnSpPr/>
              <p:nvPr/>
            </p:nvCxnSpPr>
            <p:spPr>
              <a:xfrm>
                <a:off x="10956282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9" name="Connector 383">
                <a:extLst>
                  <a:ext uri="{FF2B5EF4-FFF2-40B4-BE49-F238E27FC236}">
                    <a16:creationId xmlns:a16="http://schemas.microsoft.com/office/drawing/2014/main" id="{202B296A-0AC5-45B4-B051-6F6D058FBDC0}"/>
                  </a:ext>
                </a:extLst>
              </p:cNvPr>
              <p:cNvCxnSpPr/>
              <p:nvPr/>
            </p:nvCxnSpPr>
            <p:spPr>
              <a:xfrm>
                <a:off x="11076602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0" name="Connector 384">
                <a:extLst>
                  <a:ext uri="{FF2B5EF4-FFF2-40B4-BE49-F238E27FC236}">
                    <a16:creationId xmlns:a16="http://schemas.microsoft.com/office/drawing/2014/main" id="{E4CD39F9-D7E4-415A-A270-C429B6D53249}"/>
                  </a:ext>
                </a:extLst>
              </p:cNvPr>
              <p:cNvCxnSpPr/>
              <p:nvPr/>
            </p:nvCxnSpPr>
            <p:spPr>
              <a:xfrm>
                <a:off x="11196923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1" name="Connector 385">
                <a:extLst>
                  <a:ext uri="{FF2B5EF4-FFF2-40B4-BE49-F238E27FC236}">
                    <a16:creationId xmlns:a16="http://schemas.microsoft.com/office/drawing/2014/main" id="{02CBE685-9AB4-4D15-8E11-51399D3598CA}"/>
                  </a:ext>
                </a:extLst>
              </p:cNvPr>
              <p:cNvCxnSpPr/>
              <p:nvPr/>
            </p:nvCxnSpPr>
            <p:spPr>
              <a:xfrm>
                <a:off x="11317244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2" name="Connector 386">
                <a:extLst>
                  <a:ext uri="{FF2B5EF4-FFF2-40B4-BE49-F238E27FC236}">
                    <a16:creationId xmlns:a16="http://schemas.microsoft.com/office/drawing/2014/main" id="{CF23ADCE-E44F-4109-864F-7E6DAF728A8D}"/>
                  </a:ext>
                </a:extLst>
              </p:cNvPr>
              <p:cNvCxnSpPr/>
              <p:nvPr/>
            </p:nvCxnSpPr>
            <p:spPr>
              <a:xfrm>
                <a:off x="11437565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3" name="Connector 387">
                <a:extLst>
                  <a:ext uri="{FF2B5EF4-FFF2-40B4-BE49-F238E27FC236}">
                    <a16:creationId xmlns:a16="http://schemas.microsoft.com/office/drawing/2014/main" id="{C51268E9-36DF-478D-A93D-D83DC1F6339A}"/>
                  </a:ext>
                </a:extLst>
              </p:cNvPr>
              <p:cNvCxnSpPr/>
              <p:nvPr/>
            </p:nvCxnSpPr>
            <p:spPr>
              <a:xfrm>
                <a:off x="11557886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4" name="Connector 388">
                <a:extLst>
                  <a:ext uri="{FF2B5EF4-FFF2-40B4-BE49-F238E27FC236}">
                    <a16:creationId xmlns:a16="http://schemas.microsoft.com/office/drawing/2014/main" id="{63754CE2-248E-4407-9DCB-888652E05F88}"/>
                  </a:ext>
                </a:extLst>
              </p:cNvPr>
              <p:cNvCxnSpPr/>
              <p:nvPr/>
            </p:nvCxnSpPr>
            <p:spPr>
              <a:xfrm>
                <a:off x="11678206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5" name="Connector 389">
                <a:extLst>
                  <a:ext uri="{FF2B5EF4-FFF2-40B4-BE49-F238E27FC236}">
                    <a16:creationId xmlns:a16="http://schemas.microsoft.com/office/drawing/2014/main" id="{4D274DA9-683A-4F0D-AB0F-95227E0DCC6C}"/>
                  </a:ext>
                </a:extLst>
              </p:cNvPr>
              <p:cNvCxnSpPr/>
              <p:nvPr/>
            </p:nvCxnSpPr>
            <p:spPr>
              <a:xfrm>
                <a:off x="11798528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6" name="Connector 390">
                <a:extLst>
                  <a:ext uri="{FF2B5EF4-FFF2-40B4-BE49-F238E27FC236}">
                    <a16:creationId xmlns:a16="http://schemas.microsoft.com/office/drawing/2014/main" id="{BEAC88C4-4241-43C7-9EC6-AA4AF1429285}"/>
                  </a:ext>
                </a:extLst>
              </p:cNvPr>
              <p:cNvCxnSpPr/>
              <p:nvPr/>
            </p:nvCxnSpPr>
            <p:spPr>
              <a:xfrm>
                <a:off x="11918848" y="5907995"/>
                <a:ext cx="0" cy="350216"/>
              </a:xfrm>
              <a:prstGeom prst="line">
                <a:avLst/>
              </a:prstGeom>
              <a:ln w="57150">
                <a:solidFill>
                  <a:srgbClr val="C426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83" name="TextBox 1482">
              <a:extLst>
                <a:ext uri="{FF2B5EF4-FFF2-40B4-BE49-F238E27FC236}">
                  <a16:creationId xmlns:a16="http://schemas.microsoft.com/office/drawing/2014/main" id="{63ED9692-F60D-4A41-97DA-241D155AFB49}"/>
                </a:ext>
              </a:extLst>
            </p:cNvPr>
            <p:cNvSpPr txBox="1"/>
            <p:nvPr/>
          </p:nvSpPr>
          <p:spPr>
            <a:xfrm>
              <a:off x="25495727" y="18113737"/>
              <a:ext cx="3099247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>
                  <a:solidFill>
                    <a:srgbClr val="14775F"/>
                  </a:solidFill>
                  <a:latin typeface="Sentient" pitchFamily="50" charset="0"/>
                </a:rPr>
                <a:t>ADAPTIVE</a:t>
              </a:r>
            </a:p>
          </p:txBody>
        </p:sp>
        <p:sp>
          <p:nvSpPr>
            <p:cNvPr id="1484" name="TextBox 1483">
              <a:extLst>
                <a:ext uri="{FF2B5EF4-FFF2-40B4-BE49-F238E27FC236}">
                  <a16:creationId xmlns:a16="http://schemas.microsoft.com/office/drawing/2014/main" id="{5DA38FCB-C29D-4A42-9A11-77343AEC52D9}"/>
                </a:ext>
              </a:extLst>
            </p:cNvPr>
            <p:cNvSpPr txBox="1"/>
            <p:nvPr/>
          </p:nvSpPr>
          <p:spPr>
            <a:xfrm>
              <a:off x="25495727" y="18428101"/>
              <a:ext cx="3114367" cy="25237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600" b="1" i="0">
                  <a:latin typeface="Sentient" pitchFamily="50" charset="0"/>
                </a:rPr>
                <a:t>Scout 4 FPS → Burst 8 FPS.</a:t>
              </a:r>
            </a:p>
          </p:txBody>
        </p:sp>
        <p:grpSp>
          <p:nvGrpSpPr>
            <p:cNvPr id="1485" name="그룹 1484">
              <a:extLst>
                <a:ext uri="{FF2B5EF4-FFF2-40B4-BE49-F238E27FC236}">
                  <a16:creationId xmlns:a16="http://schemas.microsoft.com/office/drawing/2014/main" id="{9BEDB249-33EE-471C-AC6A-823F3063EE6B}"/>
                </a:ext>
              </a:extLst>
            </p:cNvPr>
            <p:cNvGrpSpPr/>
            <p:nvPr/>
          </p:nvGrpSpPr>
          <p:grpSpPr>
            <a:xfrm>
              <a:off x="29345631" y="18199345"/>
              <a:ext cx="483785" cy="430887"/>
              <a:chOff x="16924475" y="4082940"/>
              <a:chExt cx="292608" cy="337838"/>
            </a:xfrm>
          </p:grpSpPr>
          <p:sp>
            <p:nvSpPr>
              <p:cNvPr id="1528" name="Rounded Rectangle 393">
                <a:extLst>
                  <a:ext uri="{FF2B5EF4-FFF2-40B4-BE49-F238E27FC236}">
                    <a16:creationId xmlns:a16="http://schemas.microsoft.com/office/drawing/2014/main" id="{1714C192-CEE2-4B7A-9CCC-A1940D84BA47}"/>
                  </a:ext>
                </a:extLst>
              </p:cNvPr>
              <p:cNvSpPr/>
              <p:nvPr/>
            </p:nvSpPr>
            <p:spPr>
              <a:xfrm>
                <a:off x="16924475" y="4098340"/>
                <a:ext cx="292608" cy="292608"/>
              </a:xfrm>
              <a:prstGeom prst="roundRect">
                <a:avLst>
                  <a:gd name="adj" fmla="val 12000"/>
                </a:avLst>
              </a:prstGeom>
              <a:solidFill>
                <a:srgbClr val="14775F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sz="3200">
                  <a:latin typeface="Sentient" pitchFamily="50" charset="0"/>
                </a:endParaRPr>
              </a:p>
            </p:txBody>
          </p:sp>
          <p:sp>
            <p:nvSpPr>
              <p:cNvPr id="1529" name="TextBox 1528">
                <a:extLst>
                  <a:ext uri="{FF2B5EF4-FFF2-40B4-BE49-F238E27FC236}">
                    <a16:creationId xmlns:a16="http://schemas.microsoft.com/office/drawing/2014/main" id="{35E185D4-F3A3-411B-89F8-1F838C7507E0}"/>
                  </a:ext>
                </a:extLst>
              </p:cNvPr>
              <p:cNvSpPr txBox="1"/>
              <p:nvPr/>
            </p:nvSpPr>
            <p:spPr>
              <a:xfrm>
                <a:off x="16938116" y="4082940"/>
                <a:ext cx="265176" cy="337838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800" b="1" i="0" dirty="0">
                    <a:solidFill>
                      <a:srgbClr val="FFFFFF"/>
                    </a:solidFill>
                    <a:latin typeface="Sentient" pitchFamily="50" charset="0"/>
                  </a:rPr>
                  <a:t>✓</a:t>
                </a:r>
              </a:p>
            </p:txBody>
          </p:sp>
        </p:grpSp>
        <p:sp>
          <p:nvSpPr>
            <p:cNvPr id="1487" name="Rounded Rectangle 396">
              <a:extLst>
                <a:ext uri="{FF2B5EF4-FFF2-40B4-BE49-F238E27FC236}">
                  <a16:creationId xmlns:a16="http://schemas.microsoft.com/office/drawing/2014/main" id="{4630E934-82BF-4125-8BCD-A8C825A8F7C0}"/>
                </a:ext>
              </a:extLst>
            </p:cNvPr>
            <p:cNvSpPr/>
            <p:nvPr/>
          </p:nvSpPr>
          <p:spPr>
            <a:xfrm>
              <a:off x="1353593" y="19034198"/>
              <a:ext cx="294807" cy="227419"/>
            </a:xfrm>
            <a:prstGeom prst="roundRect">
              <a:avLst>
                <a:gd name="adj" fmla="val 12000"/>
              </a:avLst>
            </a:prstGeom>
            <a:solidFill>
              <a:srgbClr val="1477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88" name="TextBox 1487">
              <a:extLst>
                <a:ext uri="{FF2B5EF4-FFF2-40B4-BE49-F238E27FC236}">
                  <a16:creationId xmlns:a16="http://schemas.microsoft.com/office/drawing/2014/main" id="{6DE31EDF-D970-4E03-A511-09282B7E1A17}"/>
                </a:ext>
              </a:extLst>
            </p:cNvPr>
            <p:cNvSpPr txBox="1"/>
            <p:nvPr/>
          </p:nvSpPr>
          <p:spPr>
            <a:xfrm>
              <a:off x="1376270" y="19049189"/>
              <a:ext cx="241893" cy="18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Sentient" pitchFamily="50" charset="0"/>
                </a:rPr>
                <a:t>✓</a:t>
              </a:r>
            </a:p>
          </p:txBody>
        </p:sp>
        <p:sp>
          <p:nvSpPr>
            <p:cNvPr id="1489" name="TextBox 1488">
              <a:extLst>
                <a:ext uri="{FF2B5EF4-FFF2-40B4-BE49-F238E27FC236}">
                  <a16:creationId xmlns:a16="http://schemas.microsoft.com/office/drawing/2014/main" id="{1F9E4EC1-71CC-4206-B9DF-2C16E3933FB3}"/>
                </a:ext>
              </a:extLst>
            </p:cNvPr>
            <p:cNvSpPr txBox="1"/>
            <p:nvPr/>
          </p:nvSpPr>
          <p:spPr>
            <a:xfrm>
              <a:off x="1792023" y="18970823"/>
              <a:ext cx="2131678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solidFill>
                    <a:srgbClr val="17293D"/>
                  </a:solidFill>
                  <a:latin typeface="Sentient" pitchFamily="50" charset="0"/>
                </a:rPr>
                <a:t>Low cost</a:t>
              </a:r>
            </a:p>
          </p:txBody>
        </p:sp>
        <p:sp>
          <p:nvSpPr>
            <p:cNvPr id="1490" name="Rounded Rectangle 399">
              <a:extLst>
                <a:ext uri="{FF2B5EF4-FFF2-40B4-BE49-F238E27FC236}">
                  <a16:creationId xmlns:a16="http://schemas.microsoft.com/office/drawing/2014/main" id="{9527FD1A-5D8E-44E4-B5B2-47023B65A7E2}"/>
                </a:ext>
              </a:extLst>
            </p:cNvPr>
            <p:cNvSpPr/>
            <p:nvPr/>
          </p:nvSpPr>
          <p:spPr>
            <a:xfrm>
              <a:off x="4150476" y="19034198"/>
              <a:ext cx="294807" cy="227419"/>
            </a:xfrm>
            <a:prstGeom prst="roundRect">
              <a:avLst>
                <a:gd name="adj" fmla="val 12000"/>
              </a:avLst>
            </a:prstGeom>
            <a:solidFill>
              <a:srgbClr val="1477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91" name="TextBox 1490">
              <a:extLst>
                <a:ext uri="{FF2B5EF4-FFF2-40B4-BE49-F238E27FC236}">
                  <a16:creationId xmlns:a16="http://schemas.microsoft.com/office/drawing/2014/main" id="{4B2A6244-D340-4DCB-A8E7-BE8BEAD00E6D}"/>
                </a:ext>
              </a:extLst>
            </p:cNvPr>
            <p:cNvSpPr txBox="1"/>
            <p:nvPr/>
          </p:nvSpPr>
          <p:spPr>
            <a:xfrm>
              <a:off x="4173153" y="19049189"/>
              <a:ext cx="241893" cy="18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Sentient" pitchFamily="50" charset="0"/>
                </a:rPr>
                <a:t>✓</a:t>
              </a:r>
            </a:p>
          </p:txBody>
        </p:sp>
        <p:sp>
          <p:nvSpPr>
            <p:cNvPr id="1492" name="TextBox 1491">
              <a:extLst>
                <a:ext uri="{FF2B5EF4-FFF2-40B4-BE49-F238E27FC236}">
                  <a16:creationId xmlns:a16="http://schemas.microsoft.com/office/drawing/2014/main" id="{FD3642E0-66F9-4725-B206-9225FA9277C6}"/>
                </a:ext>
              </a:extLst>
            </p:cNvPr>
            <p:cNvSpPr txBox="1"/>
            <p:nvPr/>
          </p:nvSpPr>
          <p:spPr>
            <a:xfrm>
              <a:off x="4588906" y="18970823"/>
              <a:ext cx="3719098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solidFill>
                    <a:srgbClr val="17293D"/>
                  </a:solidFill>
                  <a:latin typeface="Sentient" pitchFamily="50" charset="0"/>
                </a:rPr>
                <a:t>Plug-and-play student</a:t>
              </a:r>
            </a:p>
          </p:txBody>
        </p:sp>
        <p:sp>
          <p:nvSpPr>
            <p:cNvPr id="1493" name="Rounded Rectangle 402">
              <a:extLst>
                <a:ext uri="{FF2B5EF4-FFF2-40B4-BE49-F238E27FC236}">
                  <a16:creationId xmlns:a16="http://schemas.microsoft.com/office/drawing/2014/main" id="{9349E21A-12FA-49FB-8A24-EBE94B8EF30D}"/>
                </a:ext>
              </a:extLst>
            </p:cNvPr>
            <p:cNvSpPr/>
            <p:nvPr/>
          </p:nvSpPr>
          <p:spPr>
            <a:xfrm>
              <a:off x="8746435" y="19034198"/>
              <a:ext cx="294807" cy="227419"/>
            </a:xfrm>
            <a:prstGeom prst="roundRect">
              <a:avLst>
                <a:gd name="adj" fmla="val 12000"/>
              </a:avLst>
            </a:prstGeom>
            <a:solidFill>
              <a:srgbClr val="14775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200">
                <a:latin typeface="Sentient" pitchFamily="50" charset="0"/>
              </a:endParaRPr>
            </a:p>
          </p:txBody>
        </p:sp>
        <p:sp>
          <p:nvSpPr>
            <p:cNvPr id="1494" name="TextBox 1493">
              <a:extLst>
                <a:ext uri="{FF2B5EF4-FFF2-40B4-BE49-F238E27FC236}">
                  <a16:creationId xmlns:a16="http://schemas.microsoft.com/office/drawing/2014/main" id="{2155A064-100F-4D86-9D8E-81DFE9964F0E}"/>
                </a:ext>
              </a:extLst>
            </p:cNvPr>
            <p:cNvSpPr txBox="1"/>
            <p:nvPr/>
          </p:nvSpPr>
          <p:spPr>
            <a:xfrm>
              <a:off x="8769112" y="19049189"/>
              <a:ext cx="241893" cy="1892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200" b="1" i="0">
                  <a:solidFill>
                    <a:srgbClr val="FFFFFF"/>
                  </a:solidFill>
                  <a:latin typeface="Sentient" pitchFamily="50" charset="0"/>
                </a:rPr>
                <a:t>✓</a:t>
              </a:r>
            </a:p>
          </p:txBody>
        </p:sp>
        <p:sp>
          <p:nvSpPr>
            <p:cNvPr id="1495" name="TextBox 1494">
              <a:extLst>
                <a:ext uri="{FF2B5EF4-FFF2-40B4-BE49-F238E27FC236}">
                  <a16:creationId xmlns:a16="http://schemas.microsoft.com/office/drawing/2014/main" id="{DD96B06C-F44F-49A8-8A10-4AFCDDEBF991}"/>
                </a:ext>
              </a:extLst>
            </p:cNvPr>
            <p:cNvSpPr txBox="1"/>
            <p:nvPr/>
          </p:nvSpPr>
          <p:spPr>
            <a:xfrm>
              <a:off x="9184865" y="18970823"/>
              <a:ext cx="3114367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solidFill>
                    <a:srgbClr val="17293D"/>
                  </a:solidFill>
                  <a:latin typeface="Sentient" pitchFamily="50" charset="0"/>
                </a:rPr>
                <a:t>Real-time detection</a:t>
              </a:r>
            </a:p>
          </p:txBody>
        </p:sp>
        <p:cxnSp>
          <p:nvCxnSpPr>
            <p:cNvPr id="1496" name="Connector 405">
              <a:extLst>
                <a:ext uri="{FF2B5EF4-FFF2-40B4-BE49-F238E27FC236}">
                  <a16:creationId xmlns:a16="http://schemas.microsoft.com/office/drawing/2014/main" id="{B7A79A42-EC60-469F-B235-CC4A38350E19}"/>
                </a:ext>
              </a:extLst>
            </p:cNvPr>
            <p:cNvCxnSpPr/>
            <p:nvPr/>
          </p:nvCxnSpPr>
          <p:spPr>
            <a:xfrm>
              <a:off x="12798134" y="19035364"/>
              <a:ext cx="0" cy="232084"/>
            </a:xfrm>
            <a:prstGeom prst="line">
              <a:avLst/>
            </a:prstGeom>
            <a:ln w="10160">
              <a:solidFill>
                <a:srgbClr val="D5DFE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7" name="TextBox 1496">
              <a:extLst>
                <a:ext uri="{FF2B5EF4-FFF2-40B4-BE49-F238E27FC236}">
                  <a16:creationId xmlns:a16="http://schemas.microsoft.com/office/drawing/2014/main" id="{4C9B3B40-33D5-4460-9A48-0B7120C61DA2}"/>
                </a:ext>
              </a:extLst>
            </p:cNvPr>
            <p:cNvSpPr txBox="1"/>
            <p:nvPr/>
          </p:nvSpPr>
          <p:spPr>
            <a:xfrm>
              <a:off x="13221447" y="19003934"/>
              <a:ext cx="3658625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dirty="0">
                  <a:solidFill>
                    <a:srgbClr val="BD294B"/>
                  </a:solidFill>
                  <a:latin typeface="Sentient" pitchFamily="50" charset="0"/>
                </a:rPr>
                <a:t>ON-DEMAND VLM OUTPUT</a:t>
              </a:r>
            </a:p>
          </p:txBody>
        </p:sp>
        <p:sp>
          <p:nvSpPr>
            <p:cNvPr id="1498" name="TextBox 1497">
              <a:extLst>
                <a:ext uri="{FF2B5EF4-FFF2-40B4-BE49-F238E27FC236}">
                  <a16:creationId xmlns:a16="http://schemas.microsoft.com/office/drawing/2014/main" id="{815ADAFE-C3BA-4A7B-849E-FFD1E1CFBCC0}"/>
                </a:ext>
              </a:extLst>
            </p:cNvPr>
            <p:cNvSpPr txBox="1"/>
            <p:nvPr/>
          </p:nvSpPr>
          <p:spPr>
            <a:xfrm>
              <a:off x="17791921" y="18974321"/>
              <a:ext cx="8313258" cy="36933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400" b="0" i="0" dirty="0">
                  <a:solidFill>
                    <a:srgbClr val="17293D"/>
                  </a:solidFill>
                  <a:latin typeface="Sentient" pitchFamily="50" charset="0"/>
                </a:rPr>
                <a:t>A: “There is </a:t>
              </a:r>
              <a:r>
                <a:rPr sz="2400" b="0" i="0" dirty="0">
                  <a:solidFill>
                    <a:srgbClr val="FF0000"/>
                  </a:solidFill>
                  <a:latin typeface="Sentient" pitchFamily="50" charset="0"/>
                </a:rPr>
                <a:t>Shooting</a:t>
              </a:r>
              <a:r>
                <a:rPr sz="2400" b="0" i="0" dirty="0">
                  <a:solidFill>
                    <a:srgbClr val="17293D"/>
                  </a:solidFill>
                  <a:latin typeface="Sentient" pitchFamily="50" charset="0"/>
                </a:rPr>
                <a:t> at the </a:t>
              </a:r>
              <a:r>
                <a:rPr sz="2400" b="0" i="0" dirty="0">
                  <a:solidFill>
                    <a:srgbClr val="00B050"/>
                  </a:solidFill>
                  <a:latin typeface="Sentient" pitchFamily="50" charset="0"/>
                </a:rPr>
                <a:t>Parking lot</a:t>
              </a:r>
              <a:r>
                <a:rPr sz="2400" b="0" i="0" dirty="0">
                  <a:solidFill>
                    <a:srgbClr val="17293D"/>
                  </a:solidFill>
                  <a:latin typeface="Sentient" pitchFamily="50" charset="0"/>
                </a:rPr>
                <a:t> and </a:t>
              </a:r>
              <a:r>
                <a:rPr sz="2400" b="0" i="0" dirty="0">
                  <a:solidFill>
                    <a:schemeClr val="accent1"/>
                  </a:solidFill>
                  <a:latin typeface="Sentient" pitchFamily="50" charset="0"/>
                </a:rPr>
                <a:t>People</a:t>
              </a:r>
              <a:r>
                <a:rPr sz="2400" b="0" i="0" dirty="0">
                  <a:solidFill>
                    <a:srgbClr val="17293D"/>
                  </a:solidFill>
                  <a:latin typeface="Sentient" pitchFamily="50" charset="0"/>
                </a:rPr>
                <a:t>...”</a:t>
              </a:r>
            </a:p>
          </p:txBody>
        </p:sp>
        <p:grpSp>
          <p:nvGrpSpPr>
            <p:cNvPr id="1499" name="그룹 1498">
              <a:extLst>
                <a:ext uri="{FF2B5EF4-FFF2-40B4-BE49-F238E27FC236}">
                  <a16:creationId xmlns:a16="http://schemas.microsoft.com/office/drawing/2014/main" id="{52ABAF93-7A52-4436-9D4C-357F9E330B3A}"/>
                </a:ext>
              </a:extLst>
            </p:cNvPr>
            <p:cNvGrpSpPr/>
            <p:nvPr/>
          </p:nvGrpSpPr>
          <p:grpSpPr>
            <a:xfrm>
              <a:off x="5631148" y="16373464"/>
              <a:ext cx="19299354" cy="472850"/>
              <a:chOff x="3016964" y="2651353"/>
              <a:chExt cx="11672837" cy="370739"/>
            </a:xfrm>
          </p:grpSpPr>
          <p:cxnSp>
            <p:nvCxnSpPr>
              <p:cNvPr id="1501" name="Connector 229">
                <a:extLst>
                  <a:ext uri="{FF2B5EF4-FFF2-40B4-BE49-F238E27FC236}">
                    <a16:creationId xmlns:a16="http://schemas.microsoft.com/office/drawing/2014/main" id="{406708E1-3A7F-487E-88A4-2DAF093C2613}"/>
                  </a:ext>
                </a:extLst>
              </p:cNvPr>
              <p:cNvCxnSpPr/>
              <p:nvPr/>
            </p:nvCxnSpPr>
            <p:spPr>
              <a:xfrm>
                <a:off x="3016964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2" name="Connector 230">
                <a:extLst>
                  <a:ext uri="{FF2B5EF4-FFF2-40B4-BE49-F238E27FC236}">
                    <a16:creationId xmlns:a16="http://schemas.microsoft.com/office/drawing/2014/main" id="{CF10EE45-DB3D-4612-8B87-7DC3E7AC044A}"/>
                  </a:ext>
                </a:extLst>
              </p:cNvPr>
              <p:cNvCxnSpPr/>
              <p:nvPr/>
            </p:nvCxnSpPr>
            <p:spPr>
              <a:xfrm>
                <a:off x="3672186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3" name="Connector 231">
                <a:extLst>
                  <a:ext uri="{FF2B5EF4-FFF2-40B4-BE49-F238E27FC236}">
                    <a16:creationId xmlns:a16="http://schemas.microsoft.com/office/drawing/2014/main" id="{C181ED24-A4D8-4D09-8F89-51235D6948D5}"/>
                  </a:ext>
                </a:extLst>
              </p:cNvPr>
              <p:cNvCxnSpPr/>
              <p:nvPr/>
            </p:nvCxnSpPr>
            <p:spPr>
              <a:xfrm>
                <a:off x="4327409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4" name="Connector 232">
                <a:extLst>
                  <a:ext uri="{FF2B5EF4-FFF2-40B4-BE49-F238E27FC236}">
                    <a16:creationId xmlns:a16="http://schemas.microsoft.com/office/drawing/2014/main" id="{41580715-3467-4EF8-8974-78AE1D3102F5}"/>
                  </a:ext>
                </a:extLst>
              </p:cNvPr>
              <p:cNvCxnSpPr/>
              <p:nvPr/>
            </p:nvCxnSpPr>
            <p:spPr>
              <a:xfrm>
                <a:off x="4982631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5" name="Connector 233">
                <a:extLst>
                  <a:ext uri="{FF2B5EF4-FFF2-40B4-BE49-F238E27FC236}">
                    <a16:creationId xmlns:a16="http://schemas.microsoft.com/office/drawing/2014/main" id="{8BB2DF42-8647-4F26-BB6D-35DA2A36CFED}"/>
                  </a:ext>
                </a:extLst>
              </p:cNvPr>
              <p:cNvCxnSpPr/>
              <p:nvPr/>
            </p:nvCxnSpPr>
            <p:spPr>
              <a:xfrm>
                <a:off x="5637853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6" name="Connector 234">
                <a:extLst>
                  <a:ext uri="{FF2B5EF4-FFF2-40B4-BE49-F238E27FC236}">
                    <a16:creationId xmlns:a16="http://schemas.microsoft.com/office/drawing/2014/main" id="{C81B3616-0F97-4D20-88C6-0D2AC221B0BD}"/>
                  </a:ext>
                </a:extLst>
              </p:cNvPr>
              <p:cNvCxnSpPr/>
              <p:nvPr/>
            </p:nvCxnSpPr>
            <p:spPr>
              <a:xfrm>
                <a:off x="6293076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7" name="Connector 235">
                <a:extLst>
                  <a:ext uri="{FF2B5EF4-FFF2-40B4-BE49-F238E27FC236}">
                    <a16:creationId xmlns:a16="http://schemas.microsoft.com/office/drawing/2014/main" id="{90B97B4A-28A0-482E-81C9-05B4CA120C26}"/>
                  </a:ext>
                </a:extLst>
              </p:cNvPr>
              <p:cNvCxnSpPr/>
              <p:nvPr/>
            </p:nvCxnSpPr>
            <p:spPr>
              <a:xfrm>
                <a:off x="6948298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8" name="Connector 236">
                <a:extLst>
                  <a:ext uri="{FF2B5EF4-FFF2-40B4-BE49-F238E27FC236}">
                    <a16:creationId xmlns:a16="http://schemas.microsoft.com/office/drawing/2014/main" id="{462653B4-2414-45A6-81BF-B37CE8A4E39E}"/>
                  </a:ext>
                </a:extLst>
              </p:cNvPr>
              <p:cNvCxnSpPr/>
              <p:nvPr/>
            </p:nvCxnSpPr>
            <p:spPr>
              <a:xfrm>
                <a:off x="7603521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9" name="Connector 237">
                <a:extLst>
                  <a:ext uri="{FF2B5EF4-FFF2-40B4-BE49-F238E27FC236}">
                    <a16:creationId xmlns:a16="http://schemas.microsoft.com/office/drawing/2014/main" id="{5B235336-6978-4536-8F42-EFAB6C0FD33F}"/>
                  </a:ext>
                </a:extLst>
              </p:cNvPr>
              <p:cNvCxnSpPr/>
              <p:nvPr/>
            </p:nvCxnSpPr>
            <p:spPr>
              <a:xfrm>
                <a:off x="8258743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0" name="Connector 238">
                <a:extLst>
                  <a:ext uri="{FF2B5EF4-FFF2-40B4-BE49-F238E27FC236}">
                    <a16:creationId xmlns:a16="http://schemas.microsoft.com/office/drawing/2014/main" id="{FB005F0E-6530-46CB-A7EC-363C5231437B}"/>
                  </a:ext>
                </a:extLst>
              </p:cNvPr>
              <p:cNvCxnSpPr/>
              <p:nvPr/>
            </p:nvCxnSpPr>
            <p:spPr>
              <a:xfrm>
                <a:off x="8913966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1" name="Connector 239">
                <a:extLst>
                  <a:ext uri="{FF2B5EF4-FFF2-40B4-BE49-F238E27FC236}">
                    <a16:creationId xmlns:a16="http://schemas.microsoft.com/office/drawing/2014/main" id="{61B1FCA5-6D19-49FA-8C5A-128C0ABECF0E}"/>
                  </a:ext>
                </a:extLst>
              </p:cNvPr>
              <p:cNvCxnSpPr/>
              <p:nvPr/>
            </p:nvCxnSpPr>
            <p:spPr>
              <a:xfrm>
                <a:off x="9569188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2" name="Connector 240">
                <a:extLst>
                  <a:ext uri="{FF2B5EF4-FFF2-40B4-BE49-F238E27FC236}">
                    <a16:creationId xmlns:a16="http://schemas.microsoft.com/office/drawing/2014/main" id="{D581C2D0-C688-44DA-82FA-C9BAF63B13A7}"/>
                  </a:ext>
                </a:extLst>
              </p:cNvPr>
              <p:cNvCxnSpPr/>
              <p:nvPr/>
            </p:nvCxnSpPr>
            <p:spPr>
              <a:xfrm>
                <a:off x="10127313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3" name="Connector 241">
                <a:extLst>
                  <a:ext uri="{FF2B5EF4-FFF2-40B4-BE49-F238E27FC236}">
                    <a16:creationId xmlns:a16="http://schemas.microsoft.com/office/drawing/2014/main" id="{D70D5C79-BB91-40B9-B6C6-CDBFA3A9450E}"/>
                  </a:ext>
                </a:extLst>
              </p:cNvPr>
              <p:cNvCxnSpPr/>
              <p:nvPr/>
            </p:nvCxnSpPr>
            <p:spPr>
              <a:xfrm>
                <a:off x="10879633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4" name="Connector 242">
                <a:extLst>
                  <a:ext uri="{FF2B5EF4-FFF2-40B4-BE49-F238E27FC236}">
                    <a16:creationId xmlns:a16="http://schemas.microsoft.com/office/drawing/2014/main" id="{2E65ADD0-2C7B-4D78-99DF-26608C6AC8E8}"/>
                  </a:ext>
                </a:extLst>
              </p:cNvPr>
              <p:cNvCxnSpPr/>
              <p:nvPr/>
            </p:nvCxnSpPr>
            <p:spPr>
              <a:xfrm>
                <a:off x="11534856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5" name="Connector 243">
                <a:extLst>
                  <a:ext uri="{FF2B5EF4-FFF2-40B4-BE49-F238E27FC236}">
                    <a16:creationId xmlns:a16="http://schemas.microsoft.com/office/drawing/2014/main" id="{728B2C41-2E4C-409A-8AB2-F294D2115042}"/>
                  </a:ext>
                </a:extLst>
              </p:cNvPr>
              <p:cNvCxnSpPr/>
              <p:nvPr/>
            </p:nvCxnSpPr>
            <p:spPr>
              <a:xfrm>
                <a:off x="12190078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6" name="Connector 244">
                <a:extLst>
                  <a:ext uri="{FF2B5EF4-FFF2-40B4-BE49-F238E27FC236}">
                    <a16:creationId xmlns:a16="http://schemas.microsoft.com/office/drawing/2014/main" id="{B9D2D578-4673-444C-806E-37FE4D7B6358}"/>
                  </a:ext>
                </a:extLst>
              </p:cNvPr>
              <p:cNvCxnSpPr/>
              <p:nvPr/>
            </p:nvCxnSpPr>
            <p:spPr>
              <a:xfrm>
                <a:off x="12641157" y="2681020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7" name="Connector 245">
                <a:extLst>
                  <a:ext uri="{FF2B5EF4-FFF2-40B4-BE49-F238E27FC236}">
                    <a16:creationId xmlns:a16="http://schemas.microsoft.com/office/drawing/2014/main" id="{17ECB931-5D20-49B8-AF95-57CBDB624A79}"/>
                  </a:ext>
                </a:extLst>
              </p:cNvPr>
              <p:cNvCxnSpPr/>
              <p:nvPr/>
            </p:nvCxnSpPr>
            <p:spPr>
              <a:xfrm>
                <a:off x="13379356" y="2676905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8" name="Connector 246">
                <a:extLst>
                  <a:ext uri="{FF2B5EF4-FFF2-40B4-BE49-F238E27FC236}">
                    <a16:creationId xmlns:a16="http://schemas.microsoft.com/office/drawing/2014/main" id="{4F74BFD9-CC5C-4859-9712-9FE9F263A3AD}"/>
                  </a:ext>
                </a:extLst>
              </p:cNvPr>
              <p:cNvCxnSpPr/>
              <p:nvPr/>
            </p:nvCxnSpPr>
            <p:spPr>
              <a:xfrm>
                <a:off x="14081307" y="2676905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9" name="Connector 248">
                <a:extLst>
                  <a:ext uri="{FF2B5EF4-FFF2-40B4-BE49-F238E27FC236}">
                    <a16:creationId xmlns:a16="http://schemas.microsoft.com/office/drawing/2014/main" id="{F0943277-6118-46B9-85C1-814D912F879A}"/>
                  </a:ext>
                </a:extLst>
              </p:cNvPr>
              <p:cNvCxnSpPr/>
              <p:nvPr/>
            </p:nvCxnSpPr>
            <p:spPr>
              <a:xfrm>
                <a:off x="4655020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0" name="Connector 249">
                <a:extLst>
                  <a:ext uri="{FF2B5EF4-FFF2-40B4-BE49-F238E27FC236}">
                    <a16:creationId xmlns:a16="http://schemas.microsoft.com/office/drawing/2014/main" id="{6EB08A06-C240-42C5-BAE2-E914CE5BEAB3}"/>
                  </a:ext>
                </a:extLst>
              </p:cNvPr>
              <p:cNvCxnSpPr/>
              <p:nvPr/>
            </p:nvCxnSpPr>
            <p:spPr>
              <a:xfrm>
                <a:off x="6620687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1" name="Connector 250">
                <a:extLst>
                  <a:ext uri="{FF2B5EF4-FFF2-40B4-BE49-F238E27FC236}">
                    <a16:creationId xmlns:a16="http://schemas.microsoft.com/office/drawing/2014/main" id="{1BCE84AA-ACD7-4EAB-8ED5-67ADB70F0A09}"/>
                  </a:ext>
                </a:extLst>
              </p:cNvPr>
              <p:cNvCxnSpPr/>
              <p:nvPr/>
            </p:nvCxnSpPr>
            <p:spPr>
              <a:xfrm>
                <a:off x="8586355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2" name="Connector 251">
                <a:extLst>
                  <a:ext uri="{FF2B5EF4-FFF2-40B4-BE49-F238E27FC236}">
                    <a16:creationId xmlns:a16="http://schemas.microsoft.com/office/drawing/2014/main" id="{CCA1C486-E0C5-4458-9BD3-999D5F956DFB}"/>
                  </a:ext>
                </a:extLst>
              </p:cNvPr>
              <p:cNvCxnSpPr/>
              <p:nvPr/>
            </p:nvCxnSpPr>
            <p:spPr>
              <a:xfrm>
                <a:off x="9896799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3" name="Connector 252">
                <a:extLst>
                  <a:ext uri="{FF2B5EF4-FFF2-40B4-BE49-F238E27FC236}">
                    <a16:creationId xmlns:a16="http://schemas.microsoft.com/office/drawing/2014/main" id="{225A649B-66FB-41AB-9EB6-8D4F3065341E}"/>
                  </a:ext>
                </a:extLst>
              </p:cNvPr>
              <p:cNvCxnSpPr/>
              <p:nvPr/>
            </p:nvCxnSpPr>
            <p:spPr>
              <a:xfrm>
                <a:off x="10552022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4" name="Connector 253">
                <a:extLst>
                  <a:ext uri="{FF2B5EF4-FFF2-40B4-BE49-F238E27FC236}">
                    <a16:creationId xmlns:a16="http://schemas.microsoft.com/office/drawing/2014/main" id="{9073D8A7-6223-43D3-B828-E0875BD7C5F7}"/>
                  </a:ext>
                </a:extLst>
              </p:cNvPr>
              <p:cNvCxnSpPr/>
              <p:nvPr/>
            </p:nvCxnSpPr>
            <p:spPr>
              <a:xfrm>
                <a:off x="11207244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5" name="Connector 254">
                <a:extLst>
                  <a:ext uri="{FF2B5EF4-FFF2-40B4-BE49-F238E27FC236}">
                    <a16:creationId xmlns:a16="http://schemas.microsoft.com/office/drawing/2014/main" id="{3D0AEF34-C5CC-4D92-9CE5-6767004CF05B}"/>
                  </a:ext>
                </a:extLst>
              </p:cNvPr>
              <p:cNvCxnSpPr/>
              <p:nvPr/>
            </p:nvCxnSpPr>
            <p:spPr>
              <a:xfrm>
                <a:off x="11862467" y="2671876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6" name="Connector 256">
                <a:extLst>
                  <a:ext uri="{FF2B5EF4-FFF2-40B4-BE49-F238E27FC236}">
                    <a16:creationId xmlns:a16="http://schemas.microsoft.com/office/drawing/2014/main" id="{1A537040-A41E-473E-81A8-93C39ACCD43B}"/>
                  </a:ext>
                </a:extLst>
              </p:cNvPr>
              <p:cNvCxnSpPr/>
              <p:nvPr/>
            </p:nvCxnSpPr>
            <p:spPr>
              <a:xfrm>
                <a:off x="13003972" y="2651353"/>
                <a:ext cx="0" cy="350216"/>
              </a:xfrm>
              <a:prstGeom prst="line">
                <a:avLst/>
              </a:prstGeom>
              <a:ln w="57150">
                <a:solidFill>
                  <a:srgbClr val="C58E2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7" name="Connector 246">
                <a:extLst>
                  <a:ext uri="{FF2B5EF4-FFF2-40B4-BE49-F238E27FC236}">
                    <a16:creationId xmlns:a16="http://schemas.microsoft.com/office/drawing/2014/main" id="{7CF47DEC-0D87-442B-ACAC-FA51A5297667}"/>
                  </a:ext>
                </a:extLst>
              </p:cNvPr>
              <p:cNvCxnSpPr/>
              <p:nvPr/>
            </p:nvCxnSpPr>
            <p:spPr>
              <a:xfrm>
                <a:off x="14689801" y="2676905"/>
                <a:ext cx="0" cy="331928"/>
              </a:xfrm>
              <a:prstGeom prst="line">
                <a:avLst/>
              </a:prstGeom>
              <a:ln w="57150">
                <a:solidFill>
                  <a:srgbClr val="008596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00" name="TextBox 1499">
              <a:extLst>
                <a:ext uri="{FF2B5EF4-FFF2-40B4-BE49-F238E27FC236}">
                  <a16:creationId xmlns:a16="http://schemas.microsoft.com/office/drawing/2014/main" id="{039DE92A-92E2-419B-9F8D-BBA92F65020B}"/>
                </a:ext>
              </a:extLst>
            </p:cNvPr>
            <p:cNvSpPr txBox="1"/>
            <p:nvPr/>
          </p:nvSpPr>
          <p:spPr>
            <a:xfrm>
              <a:off x="19011202" y="12951208"/>
              <a:ext cx="1688123" cy="315463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b="1" i="0" dirty="0">
                  <a:solidFill>
                    <a:schemeClr val="bg1"/>
                  </a:solidFill>
                  <a:latin typeface="Sentient" pitchFamily="50" charset="0"/>
                </a:rPr>
                <a:t>Shooting !</a:t>
              </a:r>
              <a:endParaRPr sz="2000" b="1" i="0" dirty="0">
                <a:solidFill>
                  <a:schemeClr val="bg1"/>
                </a:solidFill>
                <a:latin typeface="Sentient" pitchFamily="50" charset="0"/>
              </a:endParaRPr>
            </a:p>
          </p:txBody>
        </p:sp>
      </p:grpSp>
      <p:sp>
        <p:nvSpPr>
          <p:cNvPr id="662" name="Shape 0">
            <a:extLst>
              <a:ext uri="{FF2B5EF4-FFF2-40B4-BE49-F238E27FC236}">
                <a16:creationId xmlns:a16="http://schemas.microsoft.com/office/drawing/2014/main" id="{275F4F65-D317-4A4A-A90E-4D86FBE1408D}"/>
              </a:ext>
            </a:extLst>
          </p:cNvPr>
          <p:cNvSpPr/>
          <p:nvPr/>
        </p:nvSpPr>
        <p:spPr>
          <a:xfrm>
            <a:off x="533301" y="19971250"/>
            <a:ext cx="95250" cy="988550"/>
          </a:xfrm>
          <a:prstGeom prst="roundRect">
            <a:avLst>
              <a:gd name="adj" fmla="val 20000"/>
            </a:avLst>
          </a:prstGeom>
          <a:solidFill>
            <a:srgbClr val="B7254A"/>
          </a:solidFill>
          <a:ln/>
        </p:spPr>
      </p:sp>
      <p:sp>
        <p:nvSpPr>
          <p:cNvPr id="663" name="Text 1">
            <a:extLst>
              <a:ext uri="{FF2B5EF4-FFF2-40B4-BE49-F238E27FC236}">
                <a16:creationId xmlns:a16="http://schemas.microsoft.com/office/drawing/2014/main" id="{3764B20B-EEE8-4B31-8D72-BFC8643C1DD0}"/>
              </a:ext>
            </a:extLst>
          </p:cNvPr>
          <p:cNvSpPr/>
          <p:nvPr/>
        </p:nvSpPr>
        <p:spPr>
          <a:xfrm>
            <a:off x="838067" y="19971250"/>
            <a:ext cx="22673420" cy="5905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1562"/>
              </a:lnSpc>
              <a:buNone/>
            </a:pPr>
            <a:r>
              <a:rPr lang="en-US" sz="4350" b="1" kern="0" spc="-43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02 HOW BUSTER WORKS</a:t>
            </a:r>
            <a:endParaRPr lang="en-US" sz="4350" dirty="0">
              <a:latin typeface="Sentient" pitchFamily="50" charset="0"/>
            </a:endParaRPr>
          </a:p>
        </p:txBody>
      </p:sp>
      <p:sp>
        <p:nvSpPr>
          <p:cNvPr id="664" name="Text 2">
            <a:extLst>
              <a:ext uri="{FF2B5EF4-FFF2-40B4-BE49-F238E27FC236}">
                <a16:creationId xmlns:a16="http://schemas.microsoft.com/office/drawing/2014/main" id="{45A98055-2A23-47C7-A650-36751A1C8699}"/>
              </a:ext>
            </a:extLst>
          </p:cNvPr>
          <p:cNvSpPr/>
          <p:nvPr/>
        </p:nvSpPr>
        <p:spPr>
          <a:xfrm>
            <a:off x="838065" y="20471173"/>
            <a:ext cx="29482873" cy="14428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00"/>
              </a:lnSpc>
              <a:buNone/>
            </a:pPr>
            <a:r>
              <a:rPr lang="en-US" sz="2800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 VLM teacher supplies pseudo-labels; a lightweight student learns anomaly scores </a:t>
            </a:r>
            <a:r>
              <a:rPr lang="en-US" sz="2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and when to inspect densely</a:t>
            </a:r>
            <a:r>
              <a:rPr lang="en-US" sz="2800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; the VLM reasons only on what the student flags.</a:t>
            </a:r>
            <a:endParaRPr lang="en-US" sz="2800" dirty="0">
              <a:latin typeface="Sentient" pitchFamily="50" charset="0"/>
            </a:endParaRPr>
          </a:p>
        </p:txBody>
      </p:sp>
      <p:sp>
        <p:nvSpPr>
          <p:cNvPr id="665" name="Shape 12">
            <a:extLst>
              <a:ext uri="{FF2B5EF4-FFF2-40B4-BE49-F238E27FC236}">
                <a16:creationId xmlns:a16="http://schemas.microsoft.com/office/drawing/2014/main" id="{825D7CA1-3454-44C1-A05C-D51D28BD43C6}"/>
              </a:ext>
            </a:extLst>
          </p:cNvPr>
          <p:cNvSpPr/>
          <p:nvPr/>
        </p:nvSpPr>
        <p:spPr>
          <a:xfrm>
            <a:off x="533301" y="21264566"/>
            <a:ext cx="13622570" cy="10514542"/>
          </a:xfrm>
          <a:prstGeom prst="roundRect">
            <a:avLst>
              <a:gd name="adj" fmla="val 1812"/>
            </a:avLst>
          </a:prstGeom>
          <a:ln w="10583">
            <a:solidFill>
              <a:srgbClr val="D9E2E9"/>
            </a:solidFill>
            <a:prstDash val="solid"/>
          </a:ln>
        </p:spPr>
      </p:sp>
      <p:sp>
        <p:nvSpPr>
          <p:cNvPr id="666" name="Shape 13">
            <a:extLst>
              <a:ext uri="{FF2B5EF4-FFF2-40B4-BE49-F238E27FC236}">
                <a16:creationId xmlns:a16="http://schemas.microsoft.com/office/drawing/2014/main" id="{DF367CED-23C9-49F0-9134-0A0922610567}"/>
              </a:ext>
            </a:extLst>
          </p:cNvPr>
          <p:cNvSpPr/>
          <p:nvPr/>
        </p:nvSpPr>
        <p:spPr>
          <a:xfrm>
            <a:off x="543884" y="21275150"/>
            <a:ext cx="13601404" cy="954319"/>
          </a:xfrm>
          <a:prstGeom prst="rect">
            <a:avLst/>
          </a:prstGeom>
          <a:solidFill>
            <a:srgbClr val="FEF3E1"/>
          </a:solidFill>
          <a:ln/>
        </p:spPr>
      </p:sp>
      <p:sp>
        <p:nvSpPr>
          <p:cNvPr id="667" name="Shape 14">
            <a:extLst>
              <a:ext uri="{FF2B5EF4-FFF2-40B4-BE49-F238E27FC236}">
                <a16:creationId xmlns:a16="http://schemas.microsoft.com/office/drawing/2014/main" id="{4702AFA4-0C22-4F19-BFCB-0CC3F7E130F3}"/>
              </a:ext>
            </a:extLst>
          </p:cNvPr>
          <p:cNvSpPr/>
          <p:nvPr/>
        </p:nvSpPr>
        <p:spPr>
          <a:xfrm>
            <a:off x="543884" y="21275150"/>
            <a:ext cx="74083" cy="954319"/>
          </a:xfrm>
          <a:prstGeom prst="rect">
            <a:avLst/>
          </a:prstGeom>
          <a:solidFill>
            <a:srgbClr val="B9751D"/>
          </a:solidFill>
          <a:ln/>
        </p:spPr>
      </p:sp>
      <p:sp>
        <p:nvSpPr>
          <p:cNvPr id="668" name="Text 15">
            <a:extLst>
              <a:ext uri="{FF2B5EF4-FFF2-40B4-BE49-F238E27FC236}">
                <a16:creationId xmlns:a16="http://schemas.microsoft.com/office/drawing/2014/main" id="{D49E487F-E6D6-4C2A-86BB-FD8F617D57A3}"/>
              </a:ext>
            </a:extLst>
          </p:cNvPr>
          <p:cNvSpPr/>
          <p:nvPr/>
        </p:nvSpPr>
        <p:spPr>
          <a:xfrm>
            <a:off x="846501" y="21446467"/>
            <a:ext cx="3486679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 / TEACHER MINING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669" name="Text 16">
            <a:extLst>
              <a:ext uri="{FF2B5EF4-FFF2-40B4-BE49-F238E27FC236}">
                <a16:creationId xmlns:a16="http://schemas.microsoft.com/office/drawing/2014/main" id="{2597B46F-9C8A-4BF7-B263-D2DD4BFCC988}"/>
              </a:ext>
            </a:extLst>
          </p:cNvPr>
          <p:cNvSpPr/>
          <p:nvPr/>
        </p:nvSpPr>
        <p:spPr>
          <a:xfrm>
            <a:off x="846501" y="21835901"/>
            <a:ext cx="348667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kern="0" spc="120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OFFLINE · LABEL-FREE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670" name="Shape 19">
            <a:extLst>
              <a:ext uri="{FF2B5EF4-FFF2-40B4-BE49-F238E27FC236}">
                <a16:creationId xmlns:a16="http://schemas.microsoft.com/office/drawing/2014/main" id="{13724634-873B-45FB-B28E-DDA0B5C8DB6A}"/>
              </a:ext>
            </a:extLst>
          </p:cNvPr>
          <p:cNvSpPr/>
          <p:nvPr/>
        </p:nvSpPr>
        <p:spPr>
          <a:xfrm>
            <a:off x="753401" y="22438986"/>
            <a:ext cx="6524460" cy="3886068"/>
          </a:xfrm>
          <a:prstGeom prst="roundRect">
            <a:avLst>
              <a:gd name="adj" fmla="val 3880"/>
            </a:avLst>
          </a:prstGeom>
          <a:solidFill>
            <a:srgbClr val="F8FAFC"/>
          </a:solidFill>
          <a:ln w="10583">
            <a:solidFill>
              <a:srgbClr val="D9E2E9"/>
            </a:solidFill>
            <a:prstDash val="solid"/>
          </a:ln>
        </p:spPr>
      </p:sp>
      <p:sp>
        <p:nvSpPr>
          <p:cNvPr id="671" name="Text 20">
            <a:extLst>
              <a:ext uri="{FF2B5EF4-FFF2-40B4-BE49-F238E27FC236}">
                <a16:creationId xmlns:a16="http://schemas.microsoft.com/office/drawing/2014/main" id="{7226C5CC-2BD9-41E4-A35C-54E8C58D4E4D}"/>
              </a:ext>
            </a:extLst>
          </p:cNvPr>
          <p:cNvSpPr/>
          <p:nvPr/>
        </p:nvSpPr>
        <p:spPr>
          <a:xfrm>
            <a:off x="935302" y="22601870"/>
            <a:ext cx="677672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A1 </a:t>
            </a:r>
            <a:r>
              <a:rPr lang="en-US" sz="1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Sliding windows @ 4 FPS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672" name="Text 21">
            <a:extLst>
              <a:ext uri="{FF2B5EF4-FFF2-40B4-BE49-F238E27FC236}">
                <a16:creationId xmlns:a16="http://schemas.microsoft.com/office/drawing/2014/main" id="{8CDAC438-E891-4A51-B788-4C4CB3B9091B}"/>
              </a:ext>
            </a:extLst>
          </p:cNvPr>
          <p:cNvSpPr/>
          <p:nvPr/>
        </p:nvSpPr>
        <p:spPr>
          <a:xfrm>
            <a:off x="935302" y="22934087"/>
            <a:ext cx="6776723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τ </a:t>
            </a:r>
            <a:r>
              <a:rPr lang="en-US" sz="165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2 s, </a:t>
            </a:r>
            <a:r>
              <a:rPr lang="en-US" sz="1650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Δ </a:t>
            </a:r>
            <a:r>
              <a:rPr lang="en-US" sz="165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1 s, </a:t>
            </a:r>
            <a:r>
              <a:rPr lang="en-US" sz="1650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n </a:t>
            </a:r>
            <a:r>
              <a:rPr lang="en-US" sz="165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8</a:t>
            </a:r>
            <a:endParaRPr lang="en-US" sz="1650" dirty="0">
              <a:latin typeface="Sentient" pitchFamily="50" charset="0"/>
            </a:endParaRPr>
          </a:p>
        </p:txBody>
      </p:sp>
      <p:pic>
        <p:nvPicPr>
          <p:cNvPr id="673" name="Image 0" descr="preencoded.png">
            <a:extLst>
              <a:ext uri="{FF2B5EF4-FFF2-40B4-BE49-F238E27FC236}">
                <a16:creationId xmlns:a16="http://schemas.microsoft.com/office/drawing/2014/main" id="{42E75941-9A6C-4120-ADC0-5B170EBD0F7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28878" b="28878"/>
          <a:stretch/>
        </p:blipFill>
        <p:spPr>
          <a:xfrm>
            <a:off x="935302" y="23293921"/>
            <a:ext cx="6160658" cy="381000"/>
          </a:xfrm>
          <a:prstGeom prst="rect">
            <a:avLst/>
          </a:prstGeom>
        </p:spPr>
      </p:pic>
      <p:pic>
        <p:nvPicPr>
          <p:cNvPr id="674" name="Image 1" descr="preencoded.png">
            <a:extLst>
              <a:ext uri="{FF2B5EF4-FFF2-40B4-BE49-F238E27FC236}">
                <a16:creationId xmlns:a16="http://schemas.microsoft.com/office/drawing/2014/main" id="{CF7D0C3A-B8C9-42BE-BED1-D90DBDE6B4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35302" y="23770171"/>
            <a:ext cx="6160658" cy="924057"/>
          </a:xfrm>
          <a:prstGeom prst="rect">
            <a:avLst/>
          </a:prstGeom>
        </p:spPr>
      </p:pic>
      <p:sp>
        <p:nvSpPr>
          <p:cNvPr id="675" name="Shape 22">
            <a:extLst>
              <a:ext uri="{FF2B5EF4-FFF2-40B4-BE49-F238E27FC236}">
                <a16:creationId xmlns:a16="http://schemas.microsoft.com/office/drawing/2014/main" id="{D9EEF9C5-8F1B-4286-9E42-58F76B574376}"/>
              </a:ext>
            </a:extLst>
          </p:cNvPr>
          <p:cNvSpPr/>
          <p:nvPr/>
        </p:nvSpPr>
        <p:spPr>
          <a:xfrm>
            <a:off x="935302" y="24789478"/>
            <a:ext cx="6160658" cy="1406989"/>
          </a:xfrm>
          <a:prstGeom prst="roundRect">
            <a:avLst>
              <a:gd name="adj" fmla="val 8251"/>
            </a:avLst>
          </a:prstGeom>
          <a:solidFill>
            <a:srgbClr val="FEF3E1"/>
          </a:solidFill>
          <a:ln/>
        </p:spPr>
      </p:sp>
      <p:sp>
        <p:nvSpPr>
          <p:cNvPr id="677" name="Shape 24">
            <a:extLst>
              <a:ext uri="{FF2B5EF4-FFF2-40B4-BE49-F238E27FC236}">
                <a16:creationId xmlns:a16="http://schemas.microsoft.com/office/drawing/2014/main" id="{97D7F837-DA0E-4768-91AB-220DE63B785B}"/>
              </a:ext>
            </a:extLst>
          </p:cNvPr>
          <p:cNvSpPr/>
          <p:nvPr/>
        </p:nvSpPr>
        <p:spPr>
          <a:xfrm>
            <a:off x="7411145" y="22438986"/>
            <a:ext cx="6524626" cy="3436938"/>
          </a:xfrm>
          <a:prstGeom prst="roundRect">
            <a:avLst>
              <a:gd name="adj" fmla="val 3880"/>
            </a:avLst>
          </a:prstGeom>
          <a:solidFill>
            <a:srgbClr val="FEF3E1"/>
          </a:solidFill>
          <a:ln w="10583">
            <a:solidFill>
              <a:srgbClr val="E7C492"/>
            </a:solidFill>
            <a:prstDash val="solid"/>
          </a:ln>
        </p:spPr>
      </p:sp>
      <p:sp>
        <p:nvSpPr>
          <p:cNvPr id="678" name="Shape 25">
            <a:extLst>
              <a:ext uri="{FF2B5EF4-FFF2-40B4-BE49-F238E27FC236}">
                <a16:creationId xmlns:a16="http://schemas.microsoft.com/office/drawing/2014/main" id="{7CAE60D9-048E-4B7D-A7A2-0CE3C610BF02}"/>
              </a:ext>
            </a:extLst>
          </p:cNvPr>
          <p:cNvSpPr/>
          <p:nvPr/>
        </p:nvSpPr>
        <p:spPr>
          <a:xfrm>
            <a:off x="7593046" y="22900419"/>
            <a:ext cx="609534" cy="609534"/>
          </a:xfrm>
          <a:prstGeom prst="roundRect">
            <a:avLst>
              <a:gd name="adj" fmla="val 18752"/>
            </a:avLst>
          </a:prstGeom>
          <a:solidFill>
            <a:srgbClr val="FFFFFF"/>
          </a:solidFill>
          <a:ln w="10583">
            <a:solidFill>
              <a:srgbClr val="B9751D"/>
            </a:solidFill>
            <a:prstDash val="solid"/>
          </a:ln>
        </p:spPr>
      </p:sp>
      <p:pic>
        <p:nvPicPr>
          <p:cNvPr id="679" name="Image 2" descr="preencoded.png">
            <a:extLst>
              <a:ext uri="{FF2B5EF4-FFF2-40B4-BE49-F238E27FC236}">
                <a16:creationId xmlns:a16="http://schemas.microsoft.com/office/drawing/2014/main" id="{E152A284-8589-492B-8C71-A737DFEE1998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7593046" y="22915549"/>
            <a:ext cx="609534" cy="609534"/>
          </a:xfrm>
          <a:prstGeom prst="rect">
            <a:avLst/>
          </a:prstGeom>
        </p:spPr>
      </p:pic>
      <p:sp>
        <p:nvSpPr>
          <p:cNvPr id="680" name="Text 26">
            <a:extLst>
              <a:ext uri="{FF2B5EF4-FFF2-40B4-BE49-F238E27FC236}">
                <a16:creationId xmlns:a16="http://schemas.microsoft.com/office/drawing/2014/main" id="{C01530B1-391A-4737-8B94-669AC0BE3678}"/>
              </a:ext>
            </a:extLst>
          </p:cNvPr>
          <p:cNvSpPr/>
          <p:nvPr/>
        </p:nvSpPr>
        <p:spPr>
          <a:xfrm>
            <a:off x="8354880" y="22909066"/>
            <a:ext cx="5938887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A2 </a:t>
            </a:r>
            <a:r>
              <a:rPr lang="en-US" sz="20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Qwen2.5-VL-32B teacher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681" name="Text 27">
            <a:extLst>
              <a:ext uri="{FF2B5EF4-FFF2-40B4-BE49-F238E27FC236}">
                <a16:creationId xmlns:a16="http://schemas.microsoft.com/office/drawing/2014/main" id="{08A03AAA-D5E4-4911-9292-93F6E829851E}"/>
              </a:ext>
            </a:extLst>
          </p:cNvPr>
          <p:cNvSpPr/>
          <p:nvPr/>
        </p:nvSpPr>
        <p:spPr>
          <a:xfrm>
            <a:off x="8278830" y="23278623"/>
            <a:ext cx="5938887" cy="320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6920"/>
              </a:lnSpc>
              <a:buNone/>
            </a:pPr>
            <a:r>
              <a:rPr lang="en-US" sz="2000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"Does any anomaly event occur in this video?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682" name="Text 28">
            <a:extLst>
              <a:ext uri="{FF2B5EF4-FFF2-40B4-BE49-F238E27FC236}">
                <a16:creationId xmlns:a16="http://schemas.microsoft.com/office/drawing/2014/main" id="{88EF905C-7E7A-4B85-BF63-E639905E9F79}"/>
              </a:ext>
            </a:extLst>
          </p:cNvPr>
          <p:cNvSpPr/>
          <p:nvPr/>
        </p:nvSpPr>
        <p:spPr>
          <a:xfrm>
            <a:off x="8399183" y="23924900"/>
            <a:ext cx="6357920" cy="10883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920"/>
              </a:lnSpc>
              <a:buNone/>
            </a:pPr>
            <a:r>
              <a:rPr lang="en-US" sz="2800" b="1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Answer Yes or No." </a:t>
            </a:r>
            <a:r>
              <a:rPr lang="en-US" sz="2000" b="1" dirty="0">
                <a:solidFill>
                  <a:srgbClr val="FFFFFF"/>
                </a:solidFill>
                <a:highlight>
                  <a:srgbClr val="B9751D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Binary response</a:t>
            </a:r>
            <a:endParaRPr lang="en-US" sz="2800" b="1" dirty="0">
              <a:latin typeface="Sentient" pitchFamily="50" charset="0"/>
            </a:endParaRPr>
          </a:p>
        </p:txBody>
      </p:sp>
      <p:sp>
        <p:nvSpPr>
          <p:cNvPr id="683" name="Text 29">
            <a:extLst>
              <a:ext uri="{FF2B5EF4-FFF2-40B4-BE49-F238E27FC236}">
                <a16:creationId xmlns:a16="http://schemas.microsoft.com/office/drawing/2014/main" id="{DA8889F3-7FB8-4208-BE3D-44956BA3536B}"/>
              </a:ext>
            </a:extLst>
          </p:cNvPr>
          <p:cNvSpPr/>
          <p:nvPr/>
        </p:nvSpPr>
        <p:spPr>
          <a:xfrm>
            <a:off x="8234510" y="24674382"/>
            <a:ext cx="5938887" cy="1048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000" dirty="0">
                <a:solidFill>
                  <a:srgbClr val="8A5A14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Presence, not category: avoids the VLM's </a:t>
            </a:r>
            <a:r>
              <a:rPr lang="en-US" sz="2000" dirty="0">
                <a:solidFill>
                  <a:srgbClr val="FF0000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category-label prior </a:t>
            </a:r>
            <a:r>
              <a:rPr lang="en-US" sz="2000" dirty="0">
                <a:solidFill>
                  <a:srgbClr val="8A5A14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and keeps the score grounded in visual context.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684" name="Shape 30">
            <a:extLst>
              <a:ext uri="{FF2B5EF4-FFF2-40B4-BE49-F238E27FC236}">
                <a16:creationId xmlns:a16="http://schemas.microsoft.com/office/drawing/2014/main" id="{F8B32996-9F62-42FA-B793-F449E311DBC9}"/>
              </a:ext>
            </a:extLst>
          </p:cNvPr>
          <p:cNvSpPr/>
          <p:nvPr/>
        </p:nvSpPr>
        <p:spPr>
          <a:xfrm>
            <a:off x="753401" y="26439321"/>
            <a:ext cx="6524460" cy="5119687"/>
          </a:xfrm>
          <a:prstGeom prst="roundRect">
            <a:avLst>
              <a:gd name="adj" fmla="val 2403"/>
            </a:avLst>
          </a:prstGeom>
          <a:solidFill>
            <a:srgbClr val="FFFFFF"/>
          </a:solidFill>
          <a:ln w="10583">
            <a:solidFill>
              <a:srgbClr val="E7C492"/>
            </a:solidFill>
            <a:prstDash val="solid"/>
          </a:ln>
        </p:spPr>
      </p:sp>
      <p:sp>
        <p:nvSpPr>
          <p:cNvPr id="685" name="Text 31">
            <a:extLst>
              <a:ext uri="{FF2B5EF4-FFF2-40B4-BE49-F238E27FC236}">
                <a16:creationId xmlns:a16="http://schemas.microsoft.com/office/drawing/2014/main" id="{07262AF3-7EC4-414D-BE87-D22329A8BB8B}"/>
              </a:ext>
            </a:extLst>
          </p:cNvPr>
          <p:cNvSpPr/>
          <p:nvPr/>
        </p:nvSpPr>
        <p:spPr>
          <a:xfrm>
            <a:off x="935302" y="26926485"/>
            <a:ext cx="677672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A3 </a:t>
            </a:r>
            <a:r>
              <a:rPr lang="en-US" sz="20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Yes/No logit normalization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686" name="Text 32">
            <a:extLst>
              <a:ext uri="{FF2B5EF4-FFF2-40B4-BE49-F238E27FC236}">
                <a16:creationId xmlns:a16="http://schemas.microsoft.com/office/drawing/2014/main" id="{B9C34294-1015-4B90-8CC6-92BAC6DF5635}"/>
              </a:ext>
            </a:extLst>
          </p:cNvPr>
          <p:cNvSpPr/>
          <p:nvPr/>
        </p:nvSpPr>
        <p:spPr>
          <a:xfrm>
            <a:off x="935302" y="27277718"/>
            <a:ext cx="7229760" cy="781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6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y</a:t>
            </a:r>
            <a:r>
              <a:rPr lang="en-US" sz="2000" i="1" baseline="3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20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k </a:t>
            </a:r>
            <a:r>
              <a:rPr lang="en-US" sz="36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</a:t>
            </a:r>
            <a:r>
              <a:rPr lang="en-US" sz="36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p</a:t>
            </a:r>
            <a:r>
              <a:rPr lang="en-US" sz="20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yes </a:t>
            </a:r>
            <a:r>
              <a:rPr lang="en-US" sz="36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/ (</a:t>
            </a:r>
            <a:r>
              <a:rPr lang="en-US" sz="36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p</a:t>
            </a:r>
            <a:r>
              <a:rPr lang="en-US" sz="20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yes </a:t>
            </a:r>
            <a:r>
              <a:rPr lang="en-US" sz="36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+ </a:t>
            </a:r>
            <a:r>
              <a:rPr lang="en-US" sz="36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p</a:t>
            </a:r>
            <a:r>
              <a:rPr lang="en-US" sz="20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no </a:t>
            </a:r>
            <a:r>
              <a:rPr lang="en-US" sz="36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+ </a:t>
            </a:r>
            <a:r>
              <a:rPr lang="en-US" sz="36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ε</a:t>
            </a:r>
            <a:r>
              <a:rPr lang="en-US" sz="36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</a:t>
            </a:r>
            <a:endParaRPr lang="en-US" sz="3600" dirty="0">
              <a:latin typeface="Sentient" pitchFamily="50" charset="0"/>
            </a:endParaRPr>
          </a:p>
        </p:txBody>
      </p:sp>
      <p:sp>
        <p:nvSpPr>
          <p:cNvPr id="687" name="Text 33">
            <a:extLst>
              <a:ext uri="{FF2B5EF4-FFF2-40B4-BE49-F238E27FC236}">
                <a16:creationId xmlns:a16="http://schemas.microsoft.com/office/drawing/2014/main" id="{669CDA78-F882-43CD-B9F6-FDC3E00C6519}"/>
              </a:ext>
            </a:extLst>
          </p:cNvPr>
          <p:cNvSpPr/>
          <p:nvPr/>
        </p:nvSpPr>
        <p:spPr>
          <a:xfrm>
            <a:off x="892390" y="27982883"/>
            <a:ext cx="6882613" cy="8195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1429"/>
              </a:lnSpc>
              <a:buNone/>
            </a:pPr>
            <a:r>
              <a:rPr lang="en-US" sz="2000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confidence without text generation or parsing</a:t>
            </a:r>
            <a:endParaRPr lang="en-US" sz="2000" dirty="0">
              <a:latin typeface="Sentient" pitchFamily="50" charset="0"/>
            </a:endParaRPr>
          </a:p>
        </p:txBody>
      </p:sp>
      <p:grpSp>
        <p:nvGrpSpPr>
          <p:cNvPr id="688" name="그룹 687">
            <a:extLst>
              <a:ext uri="{FF2B5EF4-FFF2-40B4-BE49-F238E27FC236}">
                <a16:creationId xmlns:a16="http://schemas.microsoft.com/office/drawing/2014/main" id="{6433DE0E-842A-49A1-A7CA-3BC9B3B8330A}"/>
              </a:ext>
            </a:extLst>
          </p:cNvPr>
          <p:cNvGrpSpPr/>
          <p:nvPr/>
        </p:nvGrpSpPr>
        <p:grpSpPr>
          <a:xfrm>
            <a:off x="935302" y="28582943"/>
            <a:ext cx="6345437" cy="2794484"/>
            <a:chOff x="935302" y="9406930"/>
            <a:chExt cx="6345437" cy="2794484"/>
          </a:xfrm>
        </p:grpSpPr>
        <p:sp>
          <p:nvSpPr>
            <p:cNvPr id="954" name="Shape 34">
              <a:extLst>
                <a:ext uri="{FF2B5EF4-FFF2-40B4-BE49-F238E27FC236}">
                  <a16:creationId xmlns:a16="http://schemas.microsoft.com/office/drawing/2014/main" id="{9EA8F41A-174B-48D3-B824-74E5C1FFF212}"/>
                </a:ext>
              </a:extLst>
            </p:cNvPr>
            <p:cNvSpPr/>
            <p:nvPr/>
          </p:nvSpPr>
          <p:spPr>
            <a:xfrm>
              <a:off x="935302" y="9406930"/>
              <a:ext cx="6160658" cy="2469756"/>
            </a:xfrm>
            <a:prstGeom prst="roundRect">
              <a:avLst>
                <a:gd name="adj" fmla="val 5301"/>
              </a:avLst>
            </a:prstGeom>
            <a:solidFill>
              <a:srgbClr val="FEF3E1"/>
            </a:solidFill>
            <a:ln/>
          </p:spPr>
        </p:sp>
        <p:sp>
          <p:nvSpPr>
            <p:cNvPr id="955" name="Text 35">
              <a:extLst>
                <a:ext uri="{FF2B5EF4-FFF2-40B4-BE49-F238E27FC236}">
                  <a16:creationId xmlns:a16="http://schemas.microsoft.com/office/drawing/2014/main" id="{23D0A97A-62D3-4ED4-8F00-BDA719A1A409}"/>
                </a:ext>
              </a:extLst>
            </p:cNvPr>
            <p:cNvSpPr/>
            <p:nvPr/>
          </p:nvSpPr>
          <p:spPr>
            <a:xfrm>
              <a:off x="1068586" y="9612313"/>
              <a:ext cx="990501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B9751D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p(Yes)</a:t>
              </a:r>
              <a:endParaRPr lang="en-US" sz="1425" dirty="0">
                <a:latin typeface="Sentient" pitchFamily="50" charset="0"/>
              </a:endParaRPr>
            </a:p>
          </p:txBody>
        </p:sp>
        <p:sp>
          <p:nvSpPr>
            <p:cNvPr id="956" name="Shape 36">
              <a:extLst>
                <a:ext uri="{FF2B5EF4-FFF2-40B4-BE49-F238E27FC236}">
                  <a16:creationId xmlns:a16="http://schemas.microsoft.com/office/drawing/2014/main" id="{76CF5440-AC69-48A6-91B3-D879E3A899B9}"/>
                </a:ext>
              </a:extLst>
            </p:cNvPr>
            <p:cNvSpPr/>
            <p:nvPr/>
          </p:nvSpPr>
          <p:spPr>
            <a:xfrm>
              <a:off x="2058955" y="9647205"/>
              <a:ext cx="1989336" cy="15230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957" name="Shape 37">
              <a:extLst>
                <a:ext uri="{FF2B5EF4-FFF2-40B4-BE49-F238E27FC236}">
                  <a16:creationId xmlns:a16="http://schemas.microsoft.com/office/drawing/2014/main" id="{835F4B64-7B51-465E-BF7D-D044C5045099}"/>
                </a:ext>
              </a:extLst>
            </p:cNvPr>
            <p:cNvSpPr/>
            <p:nvPr/>
          </p:nvSpPr>
          <p:spPr>
            <a:xfrm>
              <a:off x="2058955" y="9647205"/>
              <a:ext cx="1432223" cy="152301"/>
            </a:xfrm>
            <a:prstGeom prst="roundRect">
              <a:avLst>
                <a:gd name="adj" fmla="val 50000"/>
              </a:avLst>
            </a:prstGeom>
            <a:solidFill>
              <a:srgbClr val="B9751D"/>
            </a:solidFill>
            <a:ln/>
          </p:spPr>
        </p:sp>
        <p:sp>
          <p:nvSpPr>
            <p:cNvPr id="958" name="Text 38">
              <a:extLst>
                <a:ext uri="{FF2B5EF4-FFF2-40B4-BE49-F238E27FC236}">
                  <a16:creationId xmlns:a16="http://schemas.microsoft.com/office/drawing/2014/main" id="{986151C0-FD6D-4DD4-BFF2-06F1386A4179}"/>
                </a:ext>
              </a:extLst>
            </p:cNvPr>
            <p:cNvSpPr/>
            <p:nvPr/>
          </p:nvSpPr>
          <p:spPr>
            <a:xfrm>
              <a:off x="4124358" y="9612313"/>
              <a:ext cx="533268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B9751D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.72</a:t>
              </a:r>
              <a:endParaRPr lang="en-US" sz="1425" dirty="0">
                <a:latin typeface="Sentient" pitchFamily="50" charset="0"/>
              </a:endParaRPr>
            </a:p>
          </p:txBody>
        </p:sp>
        <p:sp>
          <p:nvSpPr>
            <p:cNvPr id="959" name="Text 39">
              <a:extLst>
                <a:ext uri="{FF2B5EF4-FFF2-40B4-BE49-F238E27FC236}">
                  <a16:creationId xmlns:a16="http://schemas.microsoft.com/office/drawing/2014/main" id="{F806C33F-3457-4A78-B4AB-EBEE612DF7B4}"/>
                </a:ext>
              </a:extLst>
            </p:cNvPr>
            <p:cNvSpPr/>
            <p:nvPr/>
          </p:nvSpPr>
          <p:spPr>
            <a:xfrm>
              <a:off x="1068586" y="9910631"/>
              <a:ext cx="990501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65758A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p(No)</a:t>
              </a:r>
              <a:endParaRPr lang="en-US" sz="1425" dirty="0">
                <a:latin typeface="Sentient" pitchFamily="50" charset="0"/>
              </a:endParaRPr>
            </a:p>
          </p:txBody>
        </p:sp>
        <p:sp>
          <p:nvSpPr>
            <p:cNvPr id="960" name="Shape 40">
              <a:extLst>
                <a:ext uri="{FF2B5EF4-FFF2-40B4-BE49-F238E27FC236}">
                  <a16:creationId xmlns:a16="http://schemas.microsoft.com/office/drawing/2014/main" id="{1E3213D1-A24A-4C23-A50A-E094A0762761}"/>
                </a:ext>
              </a:extLst>
            </p:cNvPr>
            <p:cNvSpPr/>
            <p:nvPr/>
          </p:nvSpPr>
          <p:spPr>
            <a:xfrm>
              <a:off x="2058955" y="9945523"/>
              <a:ext cx="1989336" cy="152301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/>
          </p:spPr>
        </p:sp>
        <p:sp>
          <p:nvSpPr>
            <p:cNvPr id="961" name="Shape 41">
              <a:extLst>
                <a:ext uri="{FF2B5EF4-FFF2-40B4-BE49-F238E27FC236}">
                  <a16:creationId xmlns:a16="http://schemas.microsoft.com/office/drawing/2014/main" id="{DA9F0D51-65BE-403E-A323-F20F60607B6C}"/>
                </a:ext>
              </a:extLst>
            </p:cNvPr>
            <p:cNvSpPr/>
            <p:nvPr/>
          </p:nvSpPr>
          <p:spPr>
            <a:xfrm>
              <a:off x="2058955" y="9945523"/>
              <a:ext cx="556948" cy="152301"/>
            </a:xfrm>
            <a:prstGeom prst="roundRect">
              <a:avLst>
                <a:gd name="adj" fmla="val 50000"/>
              </a:avLst>
            </a:prstGeom>
            <a:solidFill>
              <a:srgbClr val="A5B3BF"/>
            </a:solidFill>
            <a:ln/>
          </p:spPr>
        </p:sp>
        <p:sp>
          <p:nvSpPr>
            <p:cNvPr id="962" name="Text 42">
              <a:extLst>
                <a:ext uri="{FF2B5EF4-FFF2-40B4-BE49-F238E27FC236}">
                  <a16:creationId xmlns:a16="http://schemas.microsoft.com/office/drawing/2014/main" id="{CA5EE7E7-9040-46B2-B286-752B9ED0D1FA}"/>
                </a:ext>
              </a:extLst>
            </p:cNvPr>
            <p:cNvSpPr/>
            <p:nvPr/>
          </p:nvSpPr>
          <p:spPr>
            <a:xfrm>
              <a:off x="4124358" y="9910631"/>
              <a:ext cx="533268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425" b="1" dirty="0">
                  <a:solidFill>
                    <a:srgbClr val="65758A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.28</a:t>
              </a:r>
              <a:endParaRPr lang="en-US" sz="1425" dirty="0">
                <a:latin typeface="Sentient" pitchFamily="50" charset="0"/>
              </a:endParaRPr>
            </a:p>
          </p:txBody>
        </p:sp>
        <p:sp>
          <p:nvSpPr>
            <p:cNvPr id="963" name="Text 43">
              <a:extLst>
                <a:ext uri="{FF2B5EF4-FFF2-40B4-BE49-F238E27FC236}">
                  <a16:creationId xmlns:a16="http://schemas.microsoft.com/office/drawing/2014/main" id="{6CA3A0BD-8E3E-45A6-A27E-C6EAE8BB1A9A}"/>
                </a:ext>
              </a:extLst>
            </p:cNvPr>
            <p:cNvSpPr/>
            <p:nvPr/>
          </p:nvSpPr>
          <p:spPr>
            <a:xfrm>
              <a:off x="4638576" y="9697972"/>
              <a:ext cx="457200" cy="387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2250" b="1" dirty="0">
                  <a:solidFill>
                    <a:srgbClr val="B9751D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→</a:t>
              </a:r>
              <a:endParaRPr lang="en-US" sz="2250" dirty="0">
                <a:latin typeface="Sentient" pitchFamily="50" charset="0"/>
              </a:endParaRPr>
            </a:p>
          </p:txBody>
        </p:sp>
        <p:sp>
          <p:nvSpPr>
            <p:cNvPr id="964" name="Shape 44">
              <a:extLst>
                <a:ext uri="{FF2B5EF4-FFF2-40B4-BE49-F238E27FC236}">
                  <a16:creationId xmlns:a16="http://schemas.microsoft.com/office/drawing/2014/main" id="{454661EE-8897-4DD7-B56E-04DAF2BBB531}"/>
                </a:ext>
              </a:extLst>
            </p:cNvPr>
            <p:cNvSpPr/>
            <p:nvPr/>
          </p:nvSpPr>
          <p:spPr>
            <a:xfrm>
              <a:off x="5152926" y="9521197"/>
              <a:ext cx="1809750" cy="702800"/>
            </a:xfrm>
            <a:prstGeom prst="roundRect">
              <a:avLst>
                <a:gd name="adj" fmla="val 13553"/>
              </a:avLst>
            </a:prstGeom>
            <a:solidFill>
              <a:srgbClr val="B9751D"/>
            </a:solidFill>
            <a:ln/>
          </p:spPr>
        </p:sp>
        <p:sp>
          <p:nvSpPr>
            <p:cNvPr id="965" name="Text 45">
              <a:extLst>
                <a:ext uri="{FF2B5EF4-FFF2-40B4-BE49-F238E27FC236}">
                  <a16:creationId xmlns:a16="http://schemas.microsoft.com/office/drawing/2014/main" id="{913200DA-9939-4EFC-BD45-DABE3CDCA9CA}"/>
                </a:ext>
              </a:extLst>
            </p:cNvPr>
            <p:cNvSpPr/>
            <p:nvPr/>
          </p:nvSpPr>
          <p:spPr>
            <a:xfrm>
              <a:off x="5524831" y="9597265"/>
              <a:ext cx="1142140" cy="23918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buNone/>
              </a:pPr>
              <a:r>
                <a:rPr lang="en-US" sz="1275" dirty="0">
                  <a:solidFill>
                    <a:srgbClr val="FFFFFF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window score</a:t>
              </a:r>
              <a:endParaRPr lang="en-US" sz="1275" dirty="0">
                <a:latin typeface="Sentient" pitchFamily="50" charset="0"/>
              </a:endParaRPr>
            </a:p>
          </p:txBody>
        </p:sp>
        <p:sp>
          <p:nvSpPr>
            <p:cNvPr id="966" name="Text 46">
              <a:extLst>
                <a:ext uri="{FF2B5EF4-FFF2-40B4-BE49-F238E27FC236}">
                  <a16:creationId xmlns:a16="http://schemas.microsoft.com/office/drawing/2014/main" id="{15C462C7-A57C-4541-9D11-AC23A6E2DD23}"/>
                </a:ext>
              </a:extLst>
            </p:cNvPr>
            <p:cNvSpPr/>
            <p:nvPr/>
          </p:nvSpPr>
          <p:spPr>
            <a:xfrm>
              <a:off x="5544013" y="9798348"/>
              <a:ext cx="1103610" cy="38768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2100" b="1" i="1" dirty="0">
                  <a:solidFill>
                    <a:srgbClr val="FFFFFF"/>
                  </a:solidFill>
                  <a:latin typeface="Sentient" pitchFamily="50" charset="0"/>
                  <a:ea typeface="STIX Two Text" pitchFamily="34" charset="-122"/>
                  <a:cs typeface="STIX Two Text" pitchFamily="34" charset="-120"/>
                </a:rPr>
                <a:t>y</a:t>
              </a:r>
              <a:r>
                <a:rPr lang="en-US" sz="1125" b="1" baseline="30000" dirty="0">
                  <a:solidFill>
                    <a:srgbClr val="FFFFFF"/>
                  </a:solidFill>
                  <a:latin typeface="Sentient" pitchFamily="50" charset="0"/>
                  <a:ea typeface="STIX Two Text" pitchFamily="34" charset="-122"/>
                  <a:cs typeface="STIX Two Text" pitchFamily="34" charset="-120"/>
                </a:rPr>
                <a:t>T </a:t>
              </a:r>
              <a:r>
                <a:rPr lang="en-US" sz="1125" b="1" baseline="-40000" dirty="0">
                  <a:solidFill>
                    <a:srgbClr val="FFFFFF"/>
                  </a:solidFill>
                  <a:latin typeface="Sentient" pitchFamily="50" charset="0"/>
                  <a:ea typeface="STIX Two Text" pitchFamily="34" charset="-122"/>
                  <a:cs typeface="STIX Two Text" pitchFamily="34" charset="-120"/>
                </a:rPr>
                <a:t>k </a:t>
              </a:r>
              <a:r>
                <a:rPr lang="en-US" sz="2100" b="1" dirty="0">
                  <a:solidFill>
                    <a:srgbClr val="FFFFFF"/>
                  </a:solidFill>
                  <a:latin typeface="Sentient" pitchFamily="50" charset="0"/>
                  <a:ea typeface="STIX Two Text" pitchFamily="34" charset="-122"/>
                  <a:cs typeface="STIX Two Text" pitchFamily="34" charset="-120"/>
                </a:rPr>
                <a:t>= 0.72</a:t>
              </a:r>
              <a:endParaRPr lang="en-US" sz="2100" dirty="0">
                <a:latin typeface="Sentient" pitchFamily="50" charset="0"/>
              </a:endParaRPr>
            </a:p>
          </p:txBody>
        </p:sp>
        <p:sp>
          <p:nvSpPr>
            <p:cNvPr id="967" name="Text 47">
              <a:extLst>
                <a:ext uri="{FF2B5EF4-FFF2-40B4-BE49-F238E27FC236}">
                  <a16:creationId xmlns:a16="http://schemas.microsoft.com/office/drawing/2014/main" id="{C7529FC4-AE64-407B-A561-91552536B086}"/>
                </a:ext>
              </a:extLst>
            </p:cNvPr>
            <p:cNvSpPr/>
            <p:nvPr/>
          </p:nvSpPr>
          <p:spPr>
            <a:xfrm>
              <a:off x="1209826" y="10524997"/>
              <a:ext cx="6070913" cy="1676417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lnSpc>
                  <a:spcPct val="109929"/>
                </a:lnSpc>
                <a:buNone/>
              </a:pPr>
              <a:r>
                <a:rPr lang="en-US" sz="2000" dirty="0">
                  <a:solidFill>
                    <a:srgbClr val="8A5A14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The Yes-share of the binary answer </a:t>
              </a:r>
              <a:r>
                <a:rPr lang="en-US" sz="2000" b="1" dirty="0">
                  <a:solidFill>
                    <a:srgbClr val="8A5A14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becomes the window's anomaly score </a:t>
              </a:r>
              <a:r>
                <a:rPr lang="en-US" sz="2000" dirty="0">
                  <a:solidFill>
                    <a:srgbClr val="8A5A14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(0 = normal, 1 = anomalous): one point per window centre </a:t>
              </a:r>
              <a:r>
                <a:rPr lang="en-US" sz="2000" i="1" dirty="0">
                  <a:solidFill>
                    <a:srgbClr val="8A5A14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c</a:t>
              </a:r>
              <a:r>
                <a:rPr lang="en-US" sz="1600" i="1" baseline="-40000" dirty="0">
                  <a:solidFill>
                    <a:srgbClr val="8A5A14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k</a:t>
              </a:r>
              <a:r>
                <a:rPr lang="en-US" sz="2000" dirty="0">
                  <a:solidFill>
                    <a:srgbClr val="8A5A14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2000" dirty="0">
                <a:latin typeface="Sentient" pitchFamily="50" charset="0"/>
              </a:endParaRPr>
            </a:p>
          </p:txBody>
        </p:sp>
      </p:grpSp>
      <p:sp>
        <p:nvSpPr>
          <p:cNvPr id="689" name="Shape 48">
            <a:extLst>
              <a:ext uri="{FF2B5EF4-FFF2-40B4-BE49-F238E27FC236}">
                <a16:creationId xmlns:a16="http://schemas.microsoft.com/office/drawing/2014/main" id="{FA79E2F6-0651-4915-B552-3BAE3DD82DEC}"/>
              </a:ext>
            </a:extLst>
          </p:cNvPr>
          <p:cNvSpPr/>
          <p:nvPr/>
        </p:nvSpPr>
        <p:spPr>
          <a:xfrm>
            <a:off x="7411145" y="26009207"/>
            <a:ext cx="6524626" cy="5549801"/>
          </a:xfrm>
          <a:prstGeom prst="roundRect">
            <a:avLst>
              <a:gd name="adj" fmla="val 2403"/>
            </a:avLst>
          </a:prstGeom>
          <a:solidFill>
            <a:srgbClr val="F4F7FA"/>
          </a:solidFill>
          <a:ln w="10583">
            <a:solidFill>
              <a:srgbClr val="D9E2E9"/>
            </a:solidFill>
            <a:prstDash val="solid"/>
          </a:ln>
        </p:spPr>
      </p:sp>
      <p:sp>
        <p:nvSpPr>
          <p:cNvPr id="690" name="Text 49">
            <a:extLst>
              <a:ext uri="{FF2B5EF4-FFF2-40B4-BE49-F238E27FC236}">
                <a16:creationId xmlns:a16="http://schemas.microsoft.com/office/drawing/2014/main" id="{463FA10D-894C-42E2-BF0F-C89E30826188}"/>
              </a:ext>
            </a:extLst>
          </p:cNvPr>
          <p:cNvSpPr/>
          <p:nvPr/>
        </p:nvSpPr>
        <p:spPr>
          <a:xfrm>
            <a:off x="7593046" y="26172092"/>
            <a:ext cx="6776906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A4 </a:t>
            </a:r>
            <a:r>
              <a:rPr lang="en-US" sz="1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Pseudo-labels on student timeline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691" name="Text 50">
            <a:extLst>
              <a:ext uri="{FF2B5EF4-FFF2-40B4-BE49-F238E27FC236}">
                <a16:creationId xmlns:a16="http://schemas.microsoft.com/office/drawing/2014/main" id="{FA8561D4-C067-44C2-9E8A-E196CADDE208}"/>
              </a:ext>
            </a:extLst>
          </p:cNvPr>
          <p:cNvSpPr/>
          <p:nvPr/>
        </p:nvSpPr>
        <p:spPr>
          <a:xfrm>
            <a:off x="7593046" y="26728543"/>
            <a:ext cx="2258847" cy="3714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y</a:t>
            </a:r>
            <a:r>
              <a:rPr lang="en-US" sz="1200" i="1" baseline="3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Interp{(</a:t>
            </a:r>
            <a:r>
              <a:rPr lang="en-US" sz="18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c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k</a:t>
            </a:r>
            <a:r>
              <a:rPr lang="en-US" sz="1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</a:t>
            </a:r>
            <a:r>
              <a:rPr lang="en-US" sz="18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y</a:t>
            </a:r>
            <a:r>
              <a:rPr lang="en-US" sz="1200" i="1" baseline="3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k</a:t>
            </a:r>
            <a:r>
              <a:rPr lang="en-US" sz="1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)}(</a:t>
            </a:r>
            <a:r>
              <a:rPr lang="en-US" sz="18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1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692" name="Shape 51">
            <a:extLst>
              <a:ext uri="{FF2B5EF4-FFF2-40B4-BE49-F238E27FC236}">
                <a16:creationId xmlns:a16="http://schemas.microsoft.com/office/drawing/2014/main" id="{33698468-B71A-4EA0-ACCC-2BDDCE7FC2C3}"/>
              </a:ext>
            </a:extLst>
          </p:cNvPr>
          <p:cNvSpPr/>
          <p:nvPr/>
        </p:nvSpPr>
        <p:spPr>
          <a:xfrm>
            <a:off x="9989674" y="26542508"/>
            <a:ext cx="21167" cy="705445"/>
          </a:xfrm>
          <a:prstGeom prst="rect">
            <a:avLst/>
          </a:prstGeom>
          <a:solidFill>
            <a:srgbClr val="E7C492"/>
          </a:solidFill>
          <a:ln/>
        </p:spPr>
      </p:sp>
      <p:sp>
        <p:nvSpPr>
          <p:cNvPr id="693" name="Text 52">
            <a:extLst>
              <a:ext uri="{FF2B5EF4-FFF2-40B4-BE49-F238E27FC236}">
                <a16:creationId xmlns:a16="http://schemas.microsoft.com/office/drawing/2014/main" id="{7E008FB8-FB6E-4A5B-A8F1-DD04EE95183A}"/>
              </a:ext>
            </a:extLst>
          </p:cNvPr>
          <p:cNvSpPr/>
          <p:nvPr/>
        </p:nvSpPr>
        <p:spPr>
          <a:xfrm>
            <a:off x="10125141" y="26542508"/>
            <a:ext cx="3938209" cy="7435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57"/>
              </a:lnSpc>
              <a:buNone/>
            </a:pPr>
            <a:r>
              <a:rPr lang="en-US" sz="1425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Spreads 1-per-second window scores onto every 8 FPS student step → a dense, soft frame-level target.</a:t>
            </a:r>
            <a:endParaRPr lang="en-US" sz="1425" b="1" dirty="0">
              <a:latin typeface="Sentient" pitchFamily="50" charset="0"/>
            </a:endParaRPr>
          </a:p>
        </p:txBody>
      </p:sp>
      <p:pic>
        <p:nvPicPr>
          <p:cNvPr id="694" name="Image 3" descr="preencoded.png">
            <a:extLst>
              <a:ext uri="{FF2B5EF4-FFF2-40B4-BE49-F238E27FC236}">
                <a16:creationId xmlns:a16="http://schemas.microsoft.com/office/drawing/2014/main" id="{C322EF8B-2A36-412C-B51E-F976E5DFC05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593046" y="27343203"/>
            <a:ext cx="6160823" cy="1428750"/>
          </a:xfrm>
          <a:prstGeom prst="rect">
            <a:avLst/>
          </a:prstGeom>
        </p:spPr>
      </p:pic>
      <p:sp>
        <p:nvSpPr>
          <p:cNvPr id="695" name="Text 53">
            <a:extLst>
              <a:ext uri="{FF2B5EF4-FFF2-40B4-BE49-F238E27FC236}">
                <a16:creationId xmlns:a16="http://schemas.microsoft.com/office/drawing/2014/main" id="{E9D1A6D8-2507-4212-974C-8EEB37C93987}"/>
              </a:ext>
            </a:extLst>
          </p:cNvPr>
          <p:cNvSpPr/>
          <p:nvPr/>
        </p:nvSpPr>
        <p:spPr>
          <a:xfrm>
            <a:off x="7669113" y="27384049"/>
            <a:ext cx="311018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8A5A14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ℋ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696" name="Text 54">
            <a:extLst>
              <a:ext uri="{FF2B5EF4-FFF2-40B4-BE49-F238E27FC236}">
                <a16:creationId xmlns:a16="http://schemas.microsoft.com/office/drawing/2014/main" id="{98E17F3C-E1EC-450C-826D-C2CC45967E9F}"/>
              </a:ext>
            </a:extLst>
          </p:cNvPr>
          <p:cNvSpPr/>
          <p:nvPr/>
        </p:nvSpPr>
        <p:spPr>
          <a:xfrm>
            <a:off x="13536084" y="27410961"/>
            <a:ext cx="236934" cy="323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i="1" dirty="0">
                <a:solidFill>
                  <a:srgbClr val="8A5A14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τ</a:t>
            </a:r>
            <a:r>
              <a:rPr lang="en-US" sz="1050" b="1" i="1" baseline="-40000" dirty="0">
                <a:solidFill>
                  <a:srgbClr val="8A5A14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p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697" name="Text 55">
            <a:extLst>
              <a:ext uri="{FF2B5EF4-FFF2-40B4-BE49-F238E27FC236}">
                <a16:creationId xmlns:a16="http://schemas.microsoft.com/office/drawing/2014/main" id="{97631DC4-DE69-4699-8DC4-B8FF288E5B96}"/>
              </a:ext>
            </a:extLst>
          </p:cNvPr>
          <p:cNvSpPr/>
          <p:nvPr/>
        </p:nvSpPr>
        <p:spPr>
          <a:xfrm>
            <a:off x="7669113" y="28404514"/>
            <a:ext cx="287867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𝒩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698" name="Text 56">
            <a:extLst>
              <a:ext uri="{FF2B5EF4-FFF2-40B4-BE49-F238E27FC236}">
                <a16:creationId xmlns:a16="http://schemas.microsoft.com/office/drawing/2014/main" id="{E8B99861-FDE1-414D-9B1C-30D54F6664F3}"/>
              </a:ext>
            </a:extLst>
          </p:cNvPr>
          <p:cNvSpPr/>
          <p:nvPr/>
        </p:nvSpPr>
        <p:spPr>
          <a:xfrm>
            <a:off x="13530958" y="28064152"/>
            <a:ext cx="242061" cy="3233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τ</a:t>
            </a:r>
            <a:r>
              <a:rPr lang="en-US" sz="1050" b="1" i="1" baseline="-4000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n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699" name="Text 57">
            <a:extLst>
              <a:ext uri="{FF2B5EF4-FFF2-40B4-BE49-F238E27FC236}">
                <a16:creationId xmlns:a16="http://schemas.microsoft.com/office/drawing/2014/main" id="{FAC6E655-7540-4F9B-B4DA-A36DCDF0B014}"/>
              </a:ext>
            </a:extLst>
          </p:cNvPr>
          <p:cNvSpPr/>
          <p:nvPr/>
        </p:nvSpPr>
        <p:spPr>
          <a:xfrm>
            <a:off x="13444141" y="28608904"/>
            <a:ext cx="328877" cy="239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 →</a:t>
            </a:r>
            <a:endParaRPr lang="en-US" sz="1275" dirty="0">
              <a:latin typeface="Sentient" pitchFamily="50" charset="0"/>
            </a:endParaRPr>
          </a:p>
        </p:txBody>
      </p:sp>
      <p:sp>
        <p:nvSpPr>
          <p:cNvPr id="700" name="Shape 58">
            <a:extLst>
              <a:ext uri="{FF2B5EF4-FFF2-40B4-BE49-F238E27FC236}">
                <a16:creationId xmlns:a16="http://schemas.microsoft.com/office/drawing/2014/main" id="{3EC0FF17-CB28-4322-8423-D2DFDEAF822B}"/>
              </a:ext>
            </a:extLst>
          </p:cNvPr>
          <p:cNvSpPr/>
          <p:nvPr/>
        </p:nvSpPr>
        <p:spPr>
          <a:xfrm>
            <a:off x="7593046" y="28894654"/>
            <a:ext cx="342801" cy="328083"/>
          </a:xfrm>
          <a:prstGeom prst="roundRect">
            <a:avLst>
              <a:gd name="adj" fmla="val 17419"/>
            </a:avLst>
          </a:prstGeom>
          <a:solidFill>
            <a:srgbClr val="FEF3E1"/>
          </a:solidFill>
          <a:ln/>
        </p:spPr>
      </p:sp>
      <p:sp>
        <p:nvSpPr>
          <p:cNvPr id="701" name="Text 59">
            <a:extLst>
              <a:ext uri="{FF2B5EF4-FFF2-40B4-BE49-F238E27FC236}">
                <a16:creationId xmlns:a16="http://schemas.microsoft.com/office/drawing/2014/main" id="{690A2291-AFF7-4E05-B1BD-8F453B4651A7}"/>
              </a:ext>
            </a:extLst>
          </p:cNvPr>
          <p:cNvSpPr/>
          <p:nvPr/>
        </p:nvSpPr>
        <p:spPr>
          <a:xfrm>
            <a:off x="7554946" y="28894654"/>
            <a:ext cx="41900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8A5A14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ℋ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702" name="Text 60">
            <a:extLst>
              <a:ext uri="{FF2B5EF4-FFF2-40B4-BE49-F238E27FC236}">
                <a16:creationId xmlns:a16="http://schemas.microsoft.com/office/drawing/2014/main" id="{E0E1BA34-4C9E-4828-9BD7-C7C74DF25439}"/>
              </a:ext>
            </a:extLst>
          </p:cNvPr>
          <p:cNvSpPr/>
          <p:nvPr/>
        </p:nvSpPr>
        <p:spPr>
          <a:xfrm>
            <a:off x="8031097" y="28867203"/>
            <a:ext cx="5894455" cy="708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650" b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High-confidence anomaly set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= {</a:t>
            </a:r>
            <a:r>
              <a:rPr lang="en-US" sz="1650" i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| </a:t>
            </a:r>
            <a:r>
              <a:rPr lang="en-US" sz="1650" i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y</a:t>
            </a:r>
            <a:r>
              <a:rPr lang="en-US" sz="1375" baseline="3000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</a:t>
            </a:r>
            <a:r>
              <a:rPr lang="en-US" sz="1375" baseline="-4000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&gt; τ</a:t>
            </a:r>
            <a:r>
              <a:rPr lang="en-US" sz="1375" baseline="-4000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p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}: frames the teacher is </a:t>
            </a:r>
            <a:r>
              <a:rPr lang="en-US" sz="1650" b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sure are abnormal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703" name="Shape 61">
            <a:extLst>
              <a:ext uri="{FF2B5EF4-FFF2-40B4-BE49-F238E27FC236}">
                <a16:creationId xmlns:a16="http://schemas.microsoft.com/office/drawing/2014/main" id="{1C50957C-00E4-4479-BF29-4F1DCAD1205A}"/>
              </a:ext>
            </a:extLst>
          </p:cNvPr>
          <p:cNvSpPr/>
          <p:nvPr/>
        </p:nvSpPr>
        <p:spPr>
          <a:xfrm>
            <a:off x="7593046" y="29711059"/>
            <a:ext cx="342801" cy="264583"/>
          </a:xfrm>
          <a:prstGeom prst="roundRect">
            <a:avLst>
              <a:gd name="adj" fmla="val 21600"/>
            </a:avLst>
          </a:prstGeom>
          <a:solidFill>
            <a:srgbClr val="EEF2F5"/>
          </a:solidFill>
          <a:ln/>
        </p:spPr>
      </p:sp>
      <p:sp>
        <p:nvSpPr>
          <p:cNvPr id="704" name="Text 62">
            <a:extLst>
              <a:ext uri="{FF2B5EF4-FFF2-40B4-BE49-F238E27FC236}">
                <a16:creationId xmlns:a16="http://schemas.microsoft.com/office/drawing/2014/main" id="{42ECA776-B259-4309-815E-841B17AA1FDA}"/>
              </a:ext>
            </a:extLst>
          </p:cNvPr>
          <p:cNvSpPr/>
          <p:nvPr/>
        </p:nvSpPr>
        <p:spPr>
          <a:xfrm>
            <a:off x="7554946" y="29711059"/>
            <a:ext cx="419001" cy="302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𝒩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705" name="Text 63">
            <a:extLst>
              <a:ext uri="{FF2B5EF4-FFF2-40B4-BE49-F238E27FC236}">
                <a16:creationId xmlns:a16="http://schemas.microsoft.com/office/drawing/2014/main" id="{B832D26A-C2A0-45ED-9862-DA04FF18E8C5}"/>
              </a:ext>
            </a:extLst>
          </p:cNvPr>
          <p:cNvSpPr/>
          <p:nvPr/>
        </p:nvSpPr>
        <p:spPr>
          <a:xfrm>
            <a:off x="8031097" y="29651858"/>
            <a:ext cx="5894455" cy="10016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500"/>
              </a:lnSpc>
              <a:buNone/>
            </a:pPr>
            <a:r>
              <a:rPr lang="en-US" sz="1650" b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High-confidence normal set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= {</a:t>
            </a:r>
            <a:r>
              <a:rPr lang="en-US" sz="1650" i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| </a:t>
            </a:r>
            <a:r>
              <a:rPr lang="en-US" sz="1650" i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y</a:t>
            </a:r>
            <a:r>
              <a:rPr lang="en-US" sz="1375" baseline="3000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</a:t>
            </a:r>
            <a:r>
              <a:rPr lang="en-US" sz="1375" baseline="-4000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&lt; τ</a:t>
            </a:r>
            <a:r>
              <a:rPr lang="en-US" sz="1375" baseline="-4000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n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}: frames the teacher is </a:t>
            </a:r>
            <a:r>
              <a:rPr lang="en-US" sz="1650" b="1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sure are normal </a:t>
            </a:r>
            <a:r>
              <a:rPr lang="en-US" sz="1650" dirty="0">
                <a:solidFill>
                  <a:srgbClr val="25374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. Ambiguous frames in between are left out of ranking.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706" name="Shape 64">
            <a:extLst>
              <a:ext uri="{FF2B5EF4-FFF2-40B4-BE49-F238E27FC236}">
                <a16:creationId xmlns:a16="http://schemas.microsoft.com/office/drawing/2014/main" id="{4D213586-34D9-4516-BF54-BB9C5937F6CD}"/>
              </a:ext>
            </a:extLst>
          </p:cNvPr>
          <p:cNvSpPr/>
          <p:nvPr/>
        </p:nvSpPr>
        <p:spPr>
          <a:xfrm>
            <a:off x="7593046" y="30729705"/>
            <a:ext cx="6160823" cy="666419"/>
          </a:xfrm>
          <a:prstGeom prst="roundRect">
            <a:avLst>
              <a:gd name="adj" fmla="val 11434"/>
            </a:avLst>
          </a:prstGeom>
          <a:solidFill>
            <a:srgbClr val="FEF3E1"/>
          </a:solidFill>
          <a:ln/>
        </p:spPr>
      </p:sp>
      <p:sp>
        <p:nvSpPr>
          <p:cNvPr id="707" name="Text 65">
            <a:extLst>
              <a:ext uri="{FF2B5EF4-FFF2-40B4-BE49-F238E27FC236}">
                <a16:creationId xmlns:a16="http://schemas.microsoft.com/office/drawing/2014/main" id="{CE4504ED-7ABD-4C20-86D9-D81C4B39EE63}"/>
              </a:ext>
            </a:extLst>
          </p:cNvPr>
          <p:cNvSpPr/>
          <p:nvPr/>
        </p:nvSpPr>
        <p:spPr>
          <a:xfrm>
            <a:off x="7707346" y="30805905"/>
            <a:ext cx="6117048" cy="552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1500" b="1" dirty="0">
                <a:solidFill>
                  <a:srgbClr val="B9751D"/>
                </a:solidFill>
                <a:highlight>
                  <a:srgbClr val="FEF3E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Pairs (</a:t>
            </a:r>
            <a:r>
              <a:rPr lang="en-US" sz="1500" b="1" i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500" b="1" dirty="0">
                <a:solidFill>
                  <a:srgbClr val="B9751D"/>
                </a:solidFill>
                <a:highlight>
                  <a:srgbClr val="FEF3E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∈ ℋ, </a:t>
            </a:r>
            <a:r>
              <a:rPr lang="en-US" sz="1500" b="1" i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n </a:t>
            </a:r>
            <a:r>
              <a:rPr lang="en-US" sz="1500" b="1" dirty="0">
                <a:solidFill>
                  <a:srgbClr val="B9751D"/>
                </a:solidFill>
                <a:highlight>
                  <a:srgbClr val="FEF3E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∈ 𝒩) = one sure-anomaly vs one sure-normal frame → feed the ranking loss in </a:t>
            </a:r>
            <a:r>
              <a:rPr lang="en-US" sz="1500" b="1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Section B </a:t>
            </a:r>
            <a:r>
              <a:rPr lang="en-US" sz="1500" b="1" dirty="0">
                <a:solidFill>
                  <a:srgbClr val="B9751D"/>
                </a:solidFill>
                <a:highlight>
                  <a:srgbClr val="FEF3E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(B4) →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708" name="Text 66">
            <a:extLst>
              <a:ext uri="{FF2B5EF4-FFF2-40B4-BE49-F238E27FC236}">
                <a16:creationId xmlns:a16="http://schemas.microsoft.com/office/drawing/2014/main" id="{47EEB51C-6442-4710-9CF0-1B863C052F9C}"/>
              </a:ext>
            </a:extLst>
          </p:cNvPr>
          <p:cNvSpPr/>
          <p:nvPr/>
        </p:nvSpPr>
        <p:spPr>
          <a:xfrm>
            <a:off x="14222512" y="24828339"/>
            <a:ext cx="476217" cy="4571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82500"/>
              </a:lnSpc>
              <a:buNone/>
            </a:pPr>
            <a:r>
              <a:rPr lang="en-US" sz="3300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→</a:t>
            </a:r>
            <a:endParaRPr lang="en-US" sz="3300" dirty="0">
              <a:latin typeface="Sentient" pitchFamily="50" charset="0"/>
            </a:endParaRPr>
          </a:p>
        </p:txBody>
      </p:sp>
      <p:sp>
        <p:nvSpPr>
          <p:cNvPr id="709" name="Text 67">
            <a:extLst>
              <a:ext uri="{FF2B5EF4-FFF2-40B4-BE49-F238E27FC236}">
                <a16:creationId xmlns:a16="http://schemas.microsoft.com/office/drawing/2014/main" id="{AD88EE4A-C17E-44E1-A9AA-6B9AB3A59F93}"/>
              </a:ext>
            </a:extLst>
          </p:cNvPr>
          <p:cNvSpPr/>
          <p:nvPr/>
        </p:nvSpPr>
        <p:spPr>
          <a:xfrm>
            <a:off x="14279563" y="25342623"/>
            <a:ext cx="361950" cy="2910814"/>
          </a:xfrm>
          <a:prstGeom prst="rect">
            <a:avLst/>
          </a:prstGeom>
          <a:noFill/>
          <a:ln/>
        </p:spPr>
        <p:txBody>
          <a:bodyPr vert="eaVert"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pseudo-labels y </a:t>
            </a:r>
            <a:r>
              <a:rPr lang="en-US" sz="1250" b="1" kern="0" spc="90" baseline="30000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 </a:t>
            </a:r>
            <a:r>
              <a:rPr lang="en-US" sz="1500" b="1" kern="0" spc="90" dirty="0">
                <a:solidFill>
                  <a:srgbClr val="B9751D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supervise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710" name="Shape 68">
            <a:extLst>
              <a:ext uri="{FF2B5EF4-FFF2-40B4-BE49-F238E27FC236}">
                <a16:creationId xmlns:a16="http://schemas.microsoft.com/office/drawing/2014/main" id="{DAADD001-F14F-46CE-A44C-6E828F739F1B}"/>
              </a:ext>
            </a:extLst>
          </p:cNvPr>
          <p:cNvSpPr/>
          <p:nvPr/>
        </p:nvSpPr>
        <p:spPr>
          <a:xfrm>
            <a:off x="14689171" y="21264566"/>
            <a:ext cx="15257529" cy="10514542"/>
          </a:xfrm>
          <a:prstGeom prst="roundRect">
            <a:avLst>
              <a:gd name="adj" fmla="val 1812"/>
            </a:avLst>
          </a:prstGeom>
          <a:ln w="21167">
            <a:solidFill>
              <a:srgbClr val="007E88"/>
            </a:solidFill>
            <a:prstDash val="solid"/>
          </a:ln>
        </p:spPr>
      </p:sp>
      <p:sp>
        <p:nvSpPr>
          <p:cNvPr id="711" name="Shape 69">
            <a:extLst>
              <a:ext uri="{FF2B5EF4-FFF2-40B4-BE49-F238E27FC236}">
                <a16:creationId xmlns:a16="http://schemas.microsoft.com/office/drawing/2014/main" id="{5DF7461C-C51B-4E27-96D5-1FA6874E7076}"/>
              </a:ext>
            </a:extLst>
          </p:cNvPr>
          <p:cNvSpPr/>
          <p:nvPr/>
        </p:nvSpPr>
        <p:spPr>
          <a:xfrm>
            <a:off x="14710338" y="21285733"/>
            <a:ext cx="15215196" cy="954319"/>
          </a:xfrm>
          <a:prstGeom prst="rect">
            <a:avLst/>
          </a:prstGeom>
          <a:solidFill>
            <a:srgbClr val="E8F5F5"/>
          </a:solidFill>
          <a:ln/>
        </p:spPr>
      </p:sp>
      <p:sp>
        <p:nvSpPr>
          <p:cNvPr id="712" name="Shape 70">
            <a:extLst>
              <a:ext uri="{FF2B5EF4-FFF2-40B4-BE49-F238E27FC236}">
                <a16:creationId xmlns:a16="http://schemas.microsoft.com/office/drawing/2014/main" id="{DBD7E8A2-5A3B-403F-964E-95FC200D98AA}"/>
              </a:ext>
            </a:extLst>
          </p:cNvPr>
          <p:cNvSpPr/>
          <p:nvPr/>
        </p:nvSpPr>
        <p:spPr>
          <a:xfrm>
            <a:off x="14710338" y="21285733"/>
            <a:ext cx="74083" cy="954319"/>
          </a:xfrm>
          <a:prstGeom prst="rect">
            <a:avLst/>
          </a:prstGeom>
          <a:solidFill>
            <a:srgbClr val="007E88"/>
          </a:solidFill>
          <a:ln/>
        </p:spPr>
      </p:sp>
      <p:sp>
        <p:nvSpPr>
          <p:cNvPr id="713" name="Text 71">
            <a:extLst>
              <a:ext uri="{FF2B5EF4-FFF2-40B4-BE49-F238E27FC236}">
                <a16:creationId xmlns:a16="http://schemas.microsoft.com/office/drawing/2014/main" id="{54C911CA-C5EE-4671-A8E9-83F9FC5CCF5D}"/>
              </a:ext>
            </a:extLst>
          </p:cNvPr>
          <p:cNvSpPr/>
          <p:nvPr/>
        </p:nvSpPr>
        <p:spPr>
          <a:xfrm>
            <a:off x="15012955" y="21457051"/>
            <a:ext cx="4520969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 / STUDENT DISTILLATION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14" name="Text 72">
            <a:extLst>
              <a:ext uri="{FF2B5EF4-FFF2-40B4-BE49-F238E27FC236}">
                <a16:creationId xmlns:a16="http://schemas.microsoft.com/office/drawing/2014/main" id="{AF1B7C67-CBE0-4524-A11E-35FB7AAEF7A6}"/>
              </a:ext>
            </a:extLst>
          </p:cNvPr>
          <p:cNvSpPr/>
          <p:nvPr/>
        </p:nvSpPr>
        <p:spPr>
          <a:xfrm>
            <a:off x="15012955" y="21846484"/>
            <a:ext cx="452096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SCOUT-AND-BURST CONTROLLER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715" name="Shape 75">
            <a:extLst>
              <a:ext uri="{FF2B5EF4-FFF2-40B4-BE49-F238E27FC236}">
                <a16:creationId xmlns:a16="http://schemas.microsoft.com/office/drawing/2014/main" id="{D2A42E91-7232-49F1-AA87-ED7BC5A3D48B}"/>
              </a:ext>
            </a:extLst>
          </p:cNvPr>
          <p:cNvSpPr/>
          <p:nvPr/>
        </p:nvSpPr>
        <p:spPr>
          <a:xfrm>
            <a:off x="14919854" y="22449569"/>
            <a:ext cx="3618012" cy="2549922"/>
          </a:xfrm>
          <a:prstGeom prst="roundRect">
            <a:avLst>
              <a:gd name="adj" fmla="val 5230"/>
            </a:avLst>
          </a:prstGeom>
          <a:solidFill>
            <a:srgbClr val="E8F5F5"/>
          </a:solidFill>
          <a:ln w="10583">
            <a:solidFill>
              <a:srgbClr val="B9DFDF"/>
            </a:solidFill>
            <a:prstDash val="solid"/>
          </a:ln>
        </p:spPr>
      </p:sp>
      <p:sp>
        <p:nvSpPr>
          <p:cNvPr id="716" name="Text 76">
            <a:extLst>
              <a:ext uri="{FF2B5EF4-FFF2-40B4-BE49-F238E27FC236}">
                <a16:creationId xmlns:a16="http://schemas.microsoft.com/office/drawing/2014/main" id="{BAD53D39-0E5F-4757-A391-FF62AB2B9289}"/>
              </a:ext>
            </a:extLst>
          </p:cNvPr>
          <p:cNvSpPr/>
          <p:nvPr/>
        </p:nvSpPr>
        <p:spPr>
          <a:xfrm>
            <a:off x="15101756" y="22612453"/>
            <a:ext cx="357963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B1 </a:t>
            </a:r>
            <a:r>
              <a:rPr lang="en-US" sz="1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Frozen LanguageBind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717" name="Text 77">
            <a:extLst>
              <a:ext uri="{FF2B5EF4-FFF2-40B4-BE49-F238E27FC236}">
                <a16:creationId xmlns:a16="http://schemas.microsoft.com/office/drawing/2014/main" id="{620D09E0-108B-4C28-AC83-B39375B06773}"/>
              </a:ext>
            </a:extLst>
          </p:cNvPr>
          <p:cNvSpPr/>
          <p:nvPr/>
        </p:nvSpPr>
        <p:spPr>
          <a:xfrm>
            <a:off x="15101756" y="22944671"/>
            <a:ext cx="357963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same video @ 8 FPS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718" name="Text 78">
            <a:extLst>
              <a:ext uri="{FF2B5EF4-FFF2-40B4-BE49-F238E27FC236}">
                <a16:creationId xmlns:a16="http://schemas.microsoft.com/office/drawing/2014/main" id="{2EAF7FEE-D64D-41AF-8F24-80F96E1B52EE}"/>
              </a:ext>
            </a:extLst>
          </p:cNvPr>
          <p:cNvSpPr/>
          <p:nvPr/>
        </p:nvSpPr>
        <p:spPr>
          <a:xfrm>
            <a:off x="15101756" y="23223971"/>
            <a:ext cx="3351836" cy="4367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∈ ℝ</a:t>
            </a:r>
            <a:r>
              <a:rPr lang="en-US" sz="1600" baseline="3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768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19" name="Shape 79">
            <a:extLst>
              <a:ext uri="{FF2B5EF4-FFF2-40B4-BE49-F238E27FC236}">
                <a16:creationId xmlns:a16="http://schemas.microsoft.com/office/drawing/2014/main" id="{61C88EDE-597C-4F2A-82D1-2907ACFD7F48}"/>
              </a:ext>
            </a:extLst>
          </p:cNvPr>
          <p:cNvSpPr/>
          <p:nvPr/>
        </p:nvSpPr>
        <p:spPr>
          <a:xfrm>
            <a:off x="15101756" y="23679716"/>
            <a:ext cx="21167" cy="976313"/>
          </a:xfrm>
          <a:prstGeom prst="rect">
            <a:avLst/>
          </a:prstGeom>
          <a:solidFill>
            <a:srgbClr val="007E88"/>
          </a:solidFill>
          <a:ln/>
        </p:spPr>
      </p:sp>
      <p:sp>
        <p:nvSpPr>
          <p:cNvPr id="720" name="Text 80">
            <a:extLst>
              <a:ext uri="{FF2B5EF4-FFF2-40B4-BE49-F238E27FC236}">
                <a16:creationId xmlns:a16="http://schemas.microsoft.com/office/drawing/2014/main" id="{4B1BA052-DA41-4ED6-B51E-963AB7BEC4F9}"/>
              </a:ext>
            </a:extLst>
          </p:cNvPr>
          <p:cNvSpPr/>
          <p:nvPr/>
        </p:nvSpPr>
        <p:spPr>
          <a:xfrm>
            <a:off x="15237222" y="23679716"/>
            <a:ext cx="3216369" cy="1014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sz="1425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Compact semantic video features; 8 FPS is a practical trade-off between efficiency and temporal fidelity for 30 FPS video.</a:t>
            </a:r>
            <a:endParaRPr lang="en-US" sz="1425" dirty="0">
              <a:latin typeface="Sentient" pitchFamily="50" charset="0"/>
            </a:endParaRPr>
          </a:p>
        </p:txBody>
      </p:sp>
      <p:sp>
        <p:nvSpPr>
          <p:cNvPr id="721" name="Shape 81">
            <a:extLst>
              <a:ext uri="{FF2B5EF4-FFF2-40B4-BE49-F238E27FC236}">
                <a16:creationId xmlns:a16="http://schemas.microsoft.com/office/drawing/2014/main" id="{E8B531AE-6462-4A56-8C39-65BE5A752FDF}"/>
              </a:ext>
            </a:extLst>
          </p:cNvPr>
          <p:cNvSpPr/>
          <p:nvPr/>
        </p:nvSpPr>
        <p:spPr>
          <a:xfrm>
            <a:off x="18633117" y="22449569"/>
            <a:ext cx="3618178" cy="2549922"/>
          </a:xfrm>
          <a:prstGeom prst="roundRect">
            <a:avLst>
              <a:gd name="adj" fmla="val 5230"/>
            </a:avLst>
          </a:prstGeom>
          <a:solidFill>
            <a:srgbClr val="FFFFFF"/>
          </a:solidFill>
          <a:ln w="10583">
            <a:solidFill>
              <a:srgbClr val="D9E2E9"/>
            </a:solidFill>
            <a:prstDash val="solid"/>
          </a:ln>
        </p:spPr>
      </p:sp>
      <p:sp>
        <p:nvSpPr>
          <p:cNvPr id="722" name="Text 82">
            <a:extLst>
              <a:ext uri="{FF2B5EF4-FFF2-40B4-BE49-F238E27FC236}">
                <a16:creationId xmlns:a16="http://schemas.microsoft.com/office/drawing/2014/main" id="{2EACBB33-4D1B-4559-90E7-7B2DEFB79246}"/>
              </a:ext>
            </a:extLst>
          </p:cNvPr>
          <p:cNvSpPr/>
          <p:nvPr/>
        </p:nvSpPr>
        <p:spPr>
          <a:xfrm>
            <a:off x="18815018" y="22612453"/>
            <a:ext cx="3579813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B2 </a:t>
            </a:r>
            <a:r>
              <a:rPr lang="en-US" sz="1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Temporal Difference Enc.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723" name="Text 83">
            <a:extLst>
              <a:ext uri="{FF2B5EF4-FFF2-40B4-BE49-F238E27FC236}">
                <a16:creationId xmlns:a16="http://schemas.microsoft.com/office/drawing/2014/main" id="{C5E8B0E8-759F-4CE9-AF98-89236D1296F1}"/>
              </a:ext>
            </a:extLst>
          </p:cNvPr>
          <p:cNvSpPr/>
          <p:nvPr/>
        </p:nvSpPr>
        <p:spPr>
          <a:xfrm>
            <a:off x="18815018" y="22944671"/>
            <a:ext cx="3579813" cy="373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δx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−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12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−1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x̃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[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;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δx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]</a:t>
            </a:r>
            <a:endParaRPr lang="en-US" sz="1950" dirty="0">
              <a:latin typeface="Sentient" pitchFamily="50" charset="0"/>
            </a:endParaRPr>
          </a:p>
        </p:txBody>
      </p:sp>
      <p:sp>
        <p:nvSpPr>
          <p:cNvPr id="724" name="Text 84">
            <a:extLst>
              <a:ext uri="{FF2B5EF4-FFF2-40B4-BE49-F238E27FC236}">
                <a16:creationId xmlns:a16="http://schemas.microsoft.com/office/drawing/2014/main" id="{8CDBFD99-28C9-4E3F-880A-4C55349B7666}"/>
              </a:ext>
            </a:extLst>
          </p:cNvPr>
          <p:cNvSpPr/>
          <p:nvPr/>
        </p:nvSpPr>
        <p:spPr>
          <a:xfrm>
            <a:off x="18815018" y="23336915"/>
            <a:ext cx="3579813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semantic change, no optical flow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725" name="Shape 85">
            <a:extLst>
              <a:ext uri="{FF2B5EF4-FFF2-40B4-BE49-F238E27FC236}">
                <a16:creationId xmlns:a16="http://schemas.microsoft.com/office/drawing/2014/main" id="{D6E4BC24-849C-4F1A-96C6-E4B32F5E3672}"/>
              </a:ext>
            </a:extLst>
          </p:cNvPr>
          <p:cNvSpPr/>
          <p:nvPr/>
        </p:nvSpPr>
        <p:spPr>
          <a:xfrm>
            <a:off x="18815018" y="23616216"/>
            <a:ext cx="21167" cy="1220391"/>
          </a:xfrm>
          <a:prstGeom prst="rect">
            <a:avLst/>
          </a:prstGeom>
          <a:solidFill>
            <a:srgbClr val="007E88"/>
          </a:solidFill>
          <a:ln/>
        </p:spPr>
      </p:sp>
      <p:sp>
        <p:nvSpPr>
          <p:cNvPr id="726" name="Text 86">
            <a:extLst>
              <a:ext uri="{FF2B5EF4-FFF2-40B4-BE49-F238E27FC236}">
                <a16:creationId xmlns:a16="http://schemas.microsoft.com/office/drawing/2014/main" id="{8449A50A-46AE-4F1B-9E52-D119FA185735}"/>
              </a:ext>
            </a:extLst>
          </p:cNvPr>
          <p:cNvSpPr/>
          <p:nvPr/>
        </p:nvSpPr>
        <p:spPr>
          <a:xfrm>
            <a:off x="18950484" y="23616216"/>
            <a:ext cx="3216540" cy="1258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sz="1425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Captures semantic variation between neighbouring segments: temporal sensitivity without costly motion estimation, a key cue for refining anomaly scores.</a:t>
            </a:r>
            <a:endParaRPr lang="en-US" sz="1425" dirty="0">
              <a:latin typeface="Sentient" pitchFamily="50" charset="0"/>
            </a:endParaRPr>
          </a:p>
        </p:txBody>
      </p:sp>
      <p:sp>
        <p:nvSpPr>
          <p:cNvPr id="727" name="Text 87">
            <a:extLst>
              <a:ext uri="{FF2B5EF4-FFF2-40B4-BE49-F238E27FC236}">
                <a16:creationId xmlns:a16="http://schemas.microsoft.com/office/drawing/2014/main" id="{FA31B54B-FBE0-4E5B-B866-DBBF3233FC24}"/>
              </a:ext>
            </a:extLst>
          </p:cNvPr>
          <p:cNvSpPr/>
          <p:nvPr/>
        </p:nvSpPr>
        <p:spPr>
          <a:xfrm>
            <a:off x="14553282" y="25094741"/>
            <a:ext cx="8064584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077"/>
              </a:lnSpc>
              <a:buNone/>
            </a:pPr>
            <a:r>
              <a:rPr lang="en-US" sz="18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728" name="Shape 88">
            <a:extLst>
              <a:ext uri="{FF2B5EF4-FFF2-40B4-BE49-F238E27FC236}">
                <a16:creationId xmlns:a16="http://schemas.microsoft.com/office/drawing/2014/main" id="{C69E0B24-0D74-4F4A-B3DE-6D7D52021948}"/>
              </a:ext>
            </a:extLst>
          </p:cNvPr>
          <p:cNvSpPr/>
          <p:nvPr/>
        </p:nvSpPr>
        <p:spPr>
          <a:xfrm>
            <a:off x="14919854" y="25418525"/>
            <a:ext cx="7331440" cy="2221673"/>
          </a:xfrm>
          <a:prstGeom prst="roundRect">
            <a:avLst>
              <a:gd name="adj" fmla="val 6002"/>
            </a:avLst>
          </a:prstGeom>
          <a:solidFill>
            <a:srgbClr val="E8F5F5"/>
          </a:solidFill>
          <a:ln w="10583">
            <a:solidFill>
              <a:srgbClr val="B9DFDF"/>
            </a:solidFill>
            <a:prstDash val="solid"/>
          </a:ln>
        </p:spPr>
      </p:sp>
      <p:sp>
        <p:nvSpPr>
          <p:cNvPr id="729" name="Text 89">
            <a:extLst>
              <a:ext uri="{FF2B5EF4-FFF2-40B4-BE49-F238E27FC236}">
                <a16:creationId xmlns:a16="http://schemas.microsoft.com/office/drawing/2014/main" id="{EDA639A9-832F-4C19-AA56-CDBB8CF99CC4}"/>
              </a:ext>
            </a:extLst>
          </p:cNvPr>
          <p:cNvSpPr/>
          <p:nvPr/>
        </p:nvSpPr>
        <p:spPr>
          <a:xfrm>
            <a:off x="15101756" y="25668060"/>
            <a:ext cx="4716149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B3 </a:t>
            </a:r>
            <a:r>
              <a:rPr lang="en-US" sz="1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Recurrent student · 3.19M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730" name="Text 90">
            <a:extLst>
              <a:ext uri="{FF2B5EF4-FFF2-40B4-BE49-F238E27FC236}">
                <a16:creationId xmlns:a16="http://schemas.microsoft.com/office/drawing/2014/main" id="{61B2EFFD-F937-419E-9926-97FFCA67D970}"/>
              </a:ext>
            </a:extLst>
          </p:cNvPr>
          <p:cNvSpPr/>
          <p:nvPr/>
        </p:nvSpPr>
        <p:spPr>
          <a:xfrm>
            <a:off x="15101756" y="26000278"/>
            <a:ext cx="4716149" cy="381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ŷ</a:t>
            </a:r>
            <a:r>
              <a:rPr lang="en-US" sz="1200" i="1" baseline="3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 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σ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(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g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(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h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)),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h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RNN(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φ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(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x̃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), </a:t>
            </a:r>
            <a:r>
              <a:rPr lang="en-US" sz="195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h</a:t>
            </a:r>
            <a:r>
              <a:rPr lang="en-US" sz="12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12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−1</a:t>
            </a:r>
            <a:r>
              <a:rPr lang="en-US" sz="195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</a:t>
            </a:r>
            <a:endParaRPr lang="en-US" sz="1950" dirty="0">
              <a:latin typeface="Sentient" pitchFamily="50" charset="0"/>
            </a:endParaRPr>
          </a:p>
        </p:txBody>
      </p:sp>
      <p:sp>
        <p:nvSpPr>
          <p:cNvPr id="731" name="Text 91">
            <a:extLst>
              <a:ext uri="{FF2B5EF4-FFF2-40B4-BE49-F238E27FC236}">
                <a16:creationId xmlns:a16="http://schemas.microsoft.com/office/drawing/2014/main" id="{20CF34A5-F8FE-4DF3-9336-C21617B72038}"/>
              </a:ext>
            </a:extLst>
          </p:cNvPr>
          <p:cNvSpPr/>
          <p:nvPr/>
        </p:nvSpPr>
        <p:spPr>
          <a:xfrm>
            <a:off x="15101756" y="26400956"/>
            <a:ext cx="4416030" cy="48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Bi-LSTM (default) · uni-RNN / GRU for causal real-time use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32" name="Shape 92">
            <a:extLst>
              <a:ext uri="{FF2B5EF4-FFF2-40B4-BE49-F238E27FC236}">
                <a16:creationId xmlns:a16="http://schemas.microsoft.com/office/drawing/2014/main" id="{A80B055E-544D-4534-A0CF-7152515A48B8}"/>
              </a:ext>
            </a:extLst>
          </p:cNvPr>
          <p:cNvSpPr/>
          <p:nvPr/>
        </p:nvSpPr>
        <p:spPr>
          <a:xfrm>
            <a:off x="15101756" y="26902507"/>
            <a:ext cx="21167" cy="488156"/>
          </a:xfrm>
          <a:prstGeom prst="rect">
            <a:avLst/>
          </a:prstGeom>
          <a:solidFill>
            <a:srgbClr val="007E88"/>
          </a:solidFill>
          <a:ln/>
        </p:spPr>
      </p:sp>
      <p:sp>
        <p:nvSpPr>
          <p:cNvPr id="733" name="Text 93">
            <a:extLst>
              <a:ext uri="{FF2B5EF4-FFF2-40B4-BE49-F238E27FC236}">
                <a16:creationId xmlns:a16="http://schemas.microsoft.com/office/drawing/2014/main" id="{DF7F026B-7979-448A-BC89-31CD39B8D0BA}"/>
              </a:ext>
            </a:extLst>
          </p:cNvPr>
          <p:cNvSpPr/>
          <p:nvPr/>
        </p:nvSpPr>
        <p:spPr>
          <a:xfrm>
            <a:off x="15237222" y="26902507"/>
            <a:ext cx="4280563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sz="1600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Its score is both the anomaly detector and the control signal for Scout ⇄ Burst.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34" name="Shape 94">
            <a:extLst>
              <a:ext uri="{FF2B5EF4-FFF2-40B4-BE49-F238E27FC236}">
                <a16:creationId xmlns:a16="http://schemas.microsoft.com/office/drawing/2014/main" id="{B15E8082-C55A-4668-BAB9-3D6037C0D5D3}"/>
              </a:ext>
            </a:extLst>
          </p:cNvPr>
          <p:cNvSpPr/>
          <p:nvPr/>
        </p:nvSpPr>
        <p:spPr>
          <a:xfrm>
            <a:off x="19541464" y="26336794"/>
            <a:ext cx="348589" cy="384969"/>
          </a:xfrm>
          <a:prstGeom prst="roundRect">
            <a:avLst>
              <a:gd name="adj" fmla="val 21860"/>
            </a:avLst>
          </a:prstGeom>
          <a:solidFill>
            <a:srgbClr val="FFFFFF"/>
          </a:solidFill>
          <a:ln w="10583">
            <a:solidFill>
              <a:srgbClr val="007E88"/>
            </a:solidFill>
            <a:prstDash val="solid"/>
          </a:ln>
        </p:spPr>
      </p:sp>
      <p:sp>
        <p:nvSpPr>
          <p:cNvPr id="735" name="Text 95">
            <a:extLst>
              <a:ext uri="{FF2B5EF4-FFF2-40B4-BE49-F238E27FC236}">
                <a16:creationId xmlns:a16="http://schemas.microsoft.com/office/drawing/2014/main" id="{023E772B-1781-4B89-A012-D4E50F16AC62}"/>
              </a:ext>
            </a:extLst>
          </p:cNvPr>
          <p:cNvSpPr/>
          <p:nvPr/>
        </p:nvSpPr>
        <p:spPr>
          <a:xfrm>
            <a:off x="19647298" y="26423578"/>
            <a:ext cx="213122" cy="24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φ</a:t>
            </a:r>
            <a:endParaRPr lang="en-US" sz="1350" dirty="0">
              <a:latin typeface="Sentient" pitchFamily="50" charset="0"/>
            </a:endParaRPr>
          </a:p>
        </p:txBody>
      </p:sp>
      <p:sp>
        <p:nvSpPr>
          <p:cNvPr id="736" name="Text 96">
            <a:extLst>
              <a:ext uri="{FF2B5EF4-FFF2-40B4-BE49-F238E27FC236}">
                <a16:creationId xmlns:a16="http://schemas.microsoft.com/office/drawing/2014/main" id="{46338A18-D18B-4ADC-ABEC-A0808E76C8B5}"/>
              </a:ext>
            </a:extLst>
          </p:cNvPr>
          <p:cNvSpPr/>
          <p:nvPr/>
        </p:nvSpPr>
        <p:spPr>
          <a:xfrm>
            <a:off x="19947103" y="26439321"/>
            <a:ext cx="221721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>
              <a:latin typeface="Sentient" pitchFamily="50" charset="0"/>
            </a:endParaRPr>
          </a:p>
        </p:txBody>
      </p:sp>
      <p:sp>
        <p:nvSpPr>
          <p:cNvPr id="737" name="Shape 97">
            <a:extLst>
              <a:ext uri="{FF2B5EF4-FFF2-40B4-BE49-F238E27FC236}">
                <a16:creationId xmlns:a16="http://schemas.microsoft.com/office/drawing/2014/main" id="{68F1E333-8371-4E26-BD5E-1EE35BCEC89E}"/>
              </a:ext>
            </a:extLst>
          </p:cNvPr>
          <p:cNvSpPr/>
          <p:nvPr/>
        </p:nvSpPr>
        <p:spPr>
          <a:xfrm>
            <a:off x="20149675" y="26347378"/>
            <a:ext cx="352227" cy="363802"/>
          </a:xfrm>
          <a:prstGeom prst="roundRect">
            <a:avLst>
              <a:gd name="adj" fmla="val 21634"/>
            </a:avLst>
          </a:prstGeom>
          <a:solidFill>
            <a:srgbClr val="007E88"/>
          </a:solidFill>
          <a:ln/>
        </p:spPr>
      </p:sp>
      <p:sp>
        <p:nvSpPr>
          <p:cNvPr id="738" name="Text 98">
            <a:extLst>
              <a:ext uri="{FF2B5EF4-FFF2-40B4-BE49-F238E27FC236}">
                <a16:creationId xmlns:a16="http://schemas.microsoft.com/office/drawing/2014/main" id="{51CEB3B6-3B27-46A5-A9ED-304E482B4336}"/>
              </a:ext>
            </a:extLst>
          </p:cNvPr>
          <p:cNvSpPr/>
          <p:nvPr/>
        </p:nvSpPr>
        <p:spPr>
          <a:xfrm>
            <a:off x="20244925" y="26423578"/>
            <a:ext cx="237927" cy="24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h₁</a:t>
            </a:r>
            <a:endParaRPr lang="en-US" sz="1350" dirty="0">
              <a:latin typeface="Sentient" pitchFamily="50" charset="0"/>
            </a:endParaRPr>
          </a:p>
        </p:txBody>
      </p:sp>
      <p:sp>
        <p:nvSpPr>
          <p:cNvPr id="739" name="Shape 99">
            <a:extLst>
              <a:ext uri="{FF2B5EF4-FFF2-40B4-BE49-F238E27FC236}">
                <a16:creationId xmlns:a16="http://schemas.microsoft.com/office/drawing/2014/main" id="{F305001B-C625-4DE8-B4A2-70F95A71BE3B}"/>
              </a:ext>
            </a:extLst>
          </p:cNvPr>
          <p:cNvSpPr/>
          <p:nvPr/>
        </p:nvSpPr>
        <p:spPr>
          <a:xfrm>
            <a:off x="20539936" y="26347378"/>
            <a:ext cx="369921" cy="363802"/>
          </a:xfrm>
          <a:prstGeom prst="roundRect">
            <a:avLst>
              <a:gd name="adj" fmla="val 20945"/>
            </a:avLst>
          </a:prstGeom>
          <a:solidFill>
            <a:srgbClr val="007E88"/>
          </a:solidFill>
          <a:ln/>
        </p:spPr>
      </p:sp>
      <p:sp>
        <p:nvSpPr>
          <p:cNvPr id="740" name="Text 100">
            <a:extLst>
              <a:ext uri="{FF2B5EF4-FFF2-40B4-BE49-F238E27FC236}">
                <a16:creationId xmlns:a16="http://schemas.microsoft.com/office/drawing/2014/main" id="{1FE94583-81BB-4496-B053-DD69041BF5A0}"/>
              </a:ext>
            </a:extLst>
          </p:cNvPr>
          <p:cNvSpPr/>
          <p:nvPr/>
        </p:nvSpPr>
        <p:spPr>
          <a:xfrm>
            <a:off x="20635186" y="26423578"/>
            <a:ext cx="255621" cy="24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h₂</a:t>
            </a:r>
            <a:endParaRPr lang="en-US" sz="1350" dirty="0">
              <a:latin typeface="Sentient" pitchFamily="50" charset="0"/>
            </a:endParaRPr>
          </a:p>
        </p:txBody>
      </p:sp>
      <p:sp>
        <p:nvSpPr>
          <p:cNvPr id="741" name="Shape 101">
            <a:extLst>
              <a:ext uri="{FF2B5EF4-FFF2-40B4-BE49-F238E27FC236}">
                <a16:creationId xmlns:a16="http://schemas.microsoft.com/office/drawing/2014/main" id="{06E64874-0006-4E1E-A0BA-C83D0C291DFC}"/>
              </a:ext>
            </a:extLst>
          </p:cNvPr>
          <p:cNvSpPr/>
          <p:nvPr/>
        </p:nvSpPr>
        <p:spPr>
          <a:xfrm>
            <a:off x="20947891" y="26347378"/>
            <a:ext cx="373063" cy="363802"/>
          </a:xfrm>
          <a:prstGeom prst="roundRect">
            <a:avLst>
              <a:gd name="adj" fmla="val 20945"/>
            </a:avLst>
          </a:prstGeom>
          <a:solidFill>
            <a:srgbClr val="007E88"/>
          </a:solidFill>
          <a:ln/>
        </p:spPr>
      </p:sp>
      <p:sp>
        <p:nvSpPr>
          <p:cNvPr id="742" name="Text 102">
            <a:extLst>
              <a:ext uri="{FF2B5EF4-FFF2-40B4-BE49-F238E27FC236}">
                <a16:creationId xmlns:a16="http://schemas.microsoft.com/office/drawing/2014/main" id="{3D8CE60D-1B2D-4145-B781-5AFA1379B7CF}"/>
              </a:ext>
            </a:extLst>
          </p:cNvPr>
          <p:cNvSpPr/>
          <p:nvPr/>
        </p:nvSpPr>
        <p:spPr>
          <a:xfrm>
            <a:off x="21043141" y="26423578"/>
            <a:ext cx="258763" cy="24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h₃</a:t>
            </a:r>
            <a:endParaRPr lang="en-US" sz="1350" dirty="0">
              <a:latin typeface="Sentient" pitchFamily="50" charset="0"/>
            </a:endParaRPr>
          </a:p>
        </p:txBody>
      </p:sp>
      <p:sp>
        <p:nvSpPr>
          <p:cNvPr id="743" name="Text 103">
            <a:extLst>
              <a:ext uri="{FF2B5EF4-FFF2-40B4-BE49-F238E27FC236}">
                <a16:creationId xmlns:a16="http://schemas.microsoft.com/office/drawing/2014/main" id="{3EFF4354-2341-4372-A9A8-2434EE9C925D}"/>
              </a:ext>
            </a:extLst>
          </p:cNvPr>
          <p:cNvSpPr/>
          <p:nvPr/>
        </p:nvSpPr>
        <p:spPr>
          <a:xfrm>
            <a:off x="21378004" y="26439321"/>
            <a:ext cx="221721" cy="21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→</a:t>
            </a:r>
            <a:endParaRPr lang="en-US" sz="1200" dirty="0">
              <a:latin typeface="Sentient" pitchFamily="50" charset="0"/>
            </a:endParaRPr>
          </a:p>
        </p:txBody>
      </p:sp>
      <p:sp>
        <p:nvSpPr>
          <p:cNvPr id="744" name="Shape 104">
            <a:extLst>
              <a:ext uri="{FF2B5EF4-FFF2-40B4-BE49-F238E27FC236}">
                <a16:creationId xmlns:a16="http://schemas.microsoft.com/office/drawing/2014/main" id="{992A8EAE-1B29-481E-BB0C-EA6DBEE32B1C}"/>
              </a:ext>
            </a:extLst>
          </p:cNvPr>
          <p:cNvSpPr/>
          <p:nvPr/>
        </p:nvSpPr>
        <p:spPr>
          <a:xfrm>
            <a:off x="21580576" y="26336794"/>
            <a:ext cx="488818" cy="384969"/>
          </a:xfrm>
          <a:prstGeom prst="roundRect">
            <a:avLst>
              <a:gd name="adj" fmla="val 19794"/>
            </a:avLst>
          </a:prstGeom>
          <a:solidFill>
            <a:srgbClr val="FFFFFF"/>
          </a:solidFill>
          <a:ln w="10583">
            <a:solidFill>
              <a:srgbClr val="007E88"/>
            </a:solidFill>
            <a:prstDash val="solid"/>
          </a:ln>
        </p:spPr>
      </p:sp>
      <p:sp>
        <p:nvSpPr>
          <p:cNvPr id="745" name="Text 105">
            <a:extLst>
              <a:ext uri="{FF2B5EF4-FFF2-40B4-BE49-F238E27FC236}">
                <a16:creationId xmlns:a16="http://schemas.microsoft.com/office/drawing/2014/main" id="{14C5F14B-EA2A-4A88-8594-BB22D373F851}"/>
              </a:ext>
            </a:extLst>
          </p:cNvPr>
          <p:cNvSpPr/>
          <p:nvPr/>
        </p:nvSpPr>
        <p:spPr>
          <a:xfrm>
            <a:off x="21686409" y="26423578"/>
            <a:ext cx="353351" cy="2495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g·σ</a:t>
            </a:r>
            <a:endParaRPr lang="en-US" sz="1350" dirty="0">
              <a:latin typeface="Sentient" pitchFamily="50" charset="0"/>
            </a:endParaRPr>
          </a:p>
        </p:txBody>
      </p:sp>
      <p:sp>
        <p:nvSpPr>
          <p:cNvPr id="746" name="Text 106">
            <a:extLst>
              <a:ext uri="{FF2B5EF4-FFF2-40B4-BE49-F238E27FC236}">
                <a16:creationId xmlns:a16="http://schemas.microsoft.com/office/drawing/2014/main" id="{551A2F0A-E455-4C04-A756-F747AE839C72}"/>
              </a:ext>
            </a:extLst>
          </p:cNvPr>
          <p:cNvSpPr/>
          <p:nvPr/>
        </p:nvSpPr>
        <p:spPr>
          <a:xfrm>
            <a:off x="14553282" y="27735448"/>
            <a:ext cx="8064584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077"/>
              </a:lnSpc>
              <a:buNone/>
            </a:pPr>
            <a:r>
              <a:rPr lang="en-US" sz="18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747" name="Shape 107">
            <a:extLst>
              <a:ext uri="{FF2B5EF4-FFF2-40B4-BE49-F238E27FC236}">
                <a16:creationId xmlns:a16="http://schemas.microsoft.com/office/drawing/2014/main" id="{FF394293-D74F-4670-A293-A6D1183203EA}"/>
              </a:ext>
            </a:extLst>
          </p:cNvPr>
          <p:cNvSpPr/>
          <p:nvPr/>
        </p:nvSpPr>
        <p:spPr>
          <a:xfrm>
            <a:off x="14919854" y="28059232"/>
            <a:ext cx="7331440" cy="3489193"/>
          </a:xfrm>
          <a:prstGeom prst="roundRect">
            <a:avLst>
              <a:gd name="adj" fmla="val 3822"/>
            </a:avLst>
          </a:prstGeom>
          <a:solidFill>
            <a:srgbClr val="182A3C"/>
          </a:solidFill>
          <a:ln/>
        </p:spPr>
      </p:sp>
      <p:sp>
        <p:nvSpPr>
          <p:cNvPr id="748" name="Text 108">
            <a:extLst>
              <a:ext uri="{FF2B5EF4-FFF2-40B4-BE49-F238E27FC236}">
                <a16:creationId xmlns:a16="http://schemas.microsoft.com/office/drawing/2014/main" id="{0475C3F3-6B67-4872-AEF1-2D2CD07D7FEB}"/>
              </a:ext>
            </a:extLst>
          </p:cNvPr>
          <p:cNvSpPr/>
          <p:nvPr/>
        </p:nvSpPr>
        <p:spPr>
          <a:xfrm>
            <a:off x="15110354" y="28230550"/>
            <a:ext cx="4455302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FD3D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B4 </a:t>
            </a:r>
            <a:r>
              <a:rPr lang="en-US" sz="180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Rank-aware distillation objective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749" name="Text 109">
            <a:extLst>
              <a:ext uri="{FF2B5EF4-FFF2-40B4-BE49-F238E27FC236}">
                <a16:creationId xmlns:a16="http://schemas.microsoft.com/office/drawing/2014/main" id="{0F600394-0D3B-41FC-B17F-58E55396BAB3}"/>
              </a:ext>
            </a:extLst>
          </p:cNvPr>
          <p:cNvSpPr/>
          <p:nvPr/>
        </p:nvSpPr>
        <p:spPr>
          <a:xfrm>
            <a:off x="15110354" y="28619984"/>
            <a:ext cx="764548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2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ℒ = ℒ</a:t>
            </a:r>
            <a:r>
              <a:rPr lang="en-US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dist </a:t>
            </a:r>
            <a:r>
              <a:rPr lang="en-US" sz="32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+ </a:t>
            </a:r>
            <a:r>
              <a:rPr lang="en-US" sz="32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λ</a:t>
            </a:r>
            <a:r>
              <a:rPr lang="en-US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rank</a:t>
            </a:r>
            <a:r>
              <a:rPr lang="en-US" sz="32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ℒ</a:t>
            </a:r>
            <a:r>
              <a:rPr lang="en-US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rank </a:t>
            </a:r>
            <a:r>
              <a:rPr lang="en-US" sz="32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+ </a:t>
            </a:r>
            <a:r>
              <a:rPr lang="en-US" sz="32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λ</a:t>
            </a:r>
            <a:r>
              <a:rPr lang="en-US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smooth</a:t>
            </a:r>
            <a:r>
              <a:rPr lang="en-US" sz="32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ℒ</a:t>
            </a:r>
            <a:r>
              <a:rPr lang="en-US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smooth</a:t>
            </a:r>
            <a:endParaRPr lang="en-US" sz="3200" dirty="0">
              <a:latin typeface="Sentient" pitchFamily="50" charset="0"/>
            </a:endParaRPr>
          </a:p>
        </p:txBody>
      </p:sp>
      <p:sp>
        <p:nvSpPr>
          <p:cNvPr id="750" name="Shape 110">
            <a:extLst>
              <a:ext uri="{FF2B5EF4-FFF2-40B4-BE49-F238E27FC236}">
                <a16:creationId xmlns:a16="http://schemas.microsoft.com/office/drawing/2014/main" id="{AA7D210D-2D8A-4224-9628-25C0ACA97C44}"/>
              </a:ext>
            </a:extLst>
          </p:cNvPr>
          <p:cNvSpPr/>
          <p:nvPr/>
        </p:nvSpPr>
        <p:spPr>
          <a:xfrm>
            <a:off x="15110354" y="29210500"/>
            <a:ext cx="2253258" cy="1292820"/>
          </a:xfrm>
          <a:prstGeom prst="roundRect">
            <a:avLst>
              <a:gd name="adj" fmla="val 7368"/>
            </a:avLst>
          </a:prstGeom>
          <a:solidFill>
            <a:srgbClr val="25374B"/>
          </a:solidFill>
          <a:ln/>
        </p:spPr>
      </p:sp>
      <p:sp>
        <p:nvSpPr>
          <p:cNvPr id="751" name="Text 111">
            <a:extLst>
              <a:ext uri="{FF2B5EF4-FFF2-40B4-BE49-F238E27FC236}">
                <a16:creationId xmlns:a16="http://schemas.microsoft.com/office/drawing/2014/main" id="{C07F337D-E55F-44DE-A26D-8F49BCAE9FDB}"/>
              </a:ext>
            </a:extLst>
          </p:cNvPr>
          <p:cNvSpPr/>
          <p:nvPr/>
        </p:nvSpPr>
        <p:spPr>
          <a:xfrm>
            <a:off x="15243639" y="29324767"/>
            <a:ext cx="2185359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81" dirty="0">
                <a:solidFill>
                  <a:srgbClr val="7FD3D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IMITATE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752" name="Text 112">
            <a:extLst>
              <a:ext uri="{FF2B5EF4-FFF2-40B4-BE49-F238E27FC236}">
                <a16:creationId xmlns:a16="http://schemas.microsoft.com/office/drawing/2014/main" id="{FDF2785A-2167-4254-8EAF-2908495A2ADB}"/>
              </a:ext>
            </a:extLst>
          </p:cNvPr>
          <p:cNvSpPr/>
          <p:nvPr/>
        </p:nvSpPr>
        <p:spPr>
          <a:xfrm>
            <a:off x="15243639" y="29593485"/>
            <a:ext cx="2185359" cy="3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Σ (</a:t>
            </a:r>
            <a:r>
              <a:rPr lang="en-US" sz="24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ŷ</a:t>
            </a:r>
            <a:r>
              <a:rPr lang="en-US" sz="1600" baseline="3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 </a:t>
            </a:r>
            <a:r>
              <a:rPr lang="en-US" sz="1600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24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− </a:t>
            </a:r>
            <a:r>
              <a:rPr lang="en-US" sz="24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y</a:t>
            </a:r>
            <a:r>
              <a:rPr lang="en-US" sz="1600" baseline="3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 </a:t>
            </a:r>
            <a:r>
              <a:rPr lang="en-US" sz="1600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24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)²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53" name="Text 113">
            <a:extLst>
              <a:ext uri="{FF2B5EF4-FFF2-40B4-BE49-F238E27FC236}">
                <a16:creationId xmlns:a16="http://schemas.microsoft.com/office/drawing/2014/main" id="{5D860354-FC58-40E6-AEA2-3FDF58D4C094}"/>
              </a:ext>
            </a:extLst>
          </p:cNvPr>
          <p:cNvSpPr/>
          <p:nvPr/>
        </p:nvSpPr>
        <p:spPr>
          <a:xfrm>
            <a:off x="15243639" y="29947696"/>
            <a:ext cx="2062890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1CED5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match teacher score (MSE)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54" name="Shape 114">
            <a:extLst>
              <a:ext uri="{FF2B5EF4-FFF2-40B4-BE49-F238E27FC236}">
                <a16:creationId xmlns:a16="http://schemas.microsoft.com/office/drawing/2014/main" id="{B9928B0A-21CA-48C4-929A-240E4FAB44FF}"/>
              </a:ext>
            </a:extLst>
          </p:cNvPr>
          <p:cNvSpPr/>
          <p:nvPr/>
        </p:nvSpPr>
        <p:spPr>
          <a:xfrm>
            <a:off x="17458863" y="29210500"/>
            <a:ext cx="2253258" cy="1292820"/>
          </a:xfrm>
          <a:prstGeom prst="roundRect">
            <a:avLst>
              <a:gd name="adj" fmla="val 7368"/>
            </a:avLst>
          </a:prstGeom>
          <a:solidFill>
            <a:srgbClr val="25374B"/>
          </a:solidFill>
          <a:ln/>
        </p:spPr>
      </p:sp>
      <p:sp>
        <p:nvSpPr>
          <p:cNvPr id="755" name="Text 115">
            <a:extLst>
              <a:ext uri="{FF2B5EF4-FFF2-40B4-BE49-F238E27FC236}">
                <a16:creationId xmlns:a16="http://schemas.microsoft.com/office/drawing/2014/main" id="{4E2C1830-0F15-4ACC-9689-822A07C844C0}"/>
              </a:ext>
            </a:extLst>
          </p:cNvPr>
          <p:cNvSpPr/>
          <p:nvPr/>
        </p:nvSpPr>
        <p:spPr>
          <a:xfrm>
            <a:off x="17592147" y="29324767"/>
            <a:ext cx="2185359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81" dirty="0">
                <a:solidFill>
                  <a:srgbClr val="7FD3D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SEPARATE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756" name="Text 116">
            <a:extLst>
              <a:ext uri="{FF2B5EF4-FFF2-40B4-BE49-F238E27FC236}">
                <a16:creationId xmlns:a16="http://schemas.microsoft.com/office/drawing/2014/main" id="{9792C47F-E679-4A9F-A8D3-B74C8B9E11F0}"/>
              </a:ext>
            </a:extLst>
          </p:cNvPr>
          <p:cNvSpPr/>
          <p:nvPr/>
        </p:nvSpPr>
        <p:spPr>
          <a:xfrm>
            <a:off x="17592147" y="29593485"/>
            <a:ext cx="2185359" cy="310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max(0, </a:t>
            </a:r>
            <a:r>
              <a:rPr lang="en-US" sz="20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 </a:t>
            </a:r>
            <a:r>
              <a:rPr lang="en-US" sz="2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− (</a:t>
            </a:r>
            <a:r>
              <a:rPr lang="en-US" sz="20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ŷ</a:t>
            </a:r>
            <a:r>
              <a:rPr lang="en-US" sz="1600" i="1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a </a:t>
            </a:r>
            <a:r>
              <a:rPr lang="en-US" sz="2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− </a:t>
            </a:r>
            <a:r>
              <a:rPr lang="en-US" sz="2000" i="1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ŷ</a:t>
            </a:r>
            <a:r>
              <a:rPr lang="en-US" sz="1600" i="1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n</a:t>
            </a:r>
            <a:r>
              <a:rPr lang="en-US" sz="2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))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757" name="Text 117">
            <a:extLst>
              <a:ext uri="{FF2B5EF4-FFF2-40B4-BE49-F238E27FC236}">
                <a16:creationId xmlns:a16="http://schemas.microsoft.com/office/drawing/2014/main" id="{4BEFC790-9699-43C7-A8BA-7DAE708E3D10}"/>
              </a:ext>
            </a:extLst>
          </p:cNvPr>
          <p:cNvSpPr/>
          <p:nvPr/>
        </p:nvSpPr>
        <p:spPr>
          <a:xfrm>
            <a:off x="17592147" y="29923387"/>
            <a:ext cx="2062890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1CED5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(a,n) ∈ ℋ×𝒩 from A4 · margin m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58" name="Shape 118">
            <a:extLst>
              <a:ext uri="{FF2B5EF4-FFF2-40B4-BE49-F238E27FC236}">
                <a16:creationId xmlns:a16="http://schemas.microsoft.com/office/drawing/2014/main" id="{9DD0721F-DA1E-4355-B1E4-48764C88E399}"/>
              </a:ext>
            </a:extLst>
          </p:cNvPr>
          <p:cNvSpPr/>
          <p:nvPr/>
        </p:nvSpPr>
        <p:spPr>
          <a:xfrm>
            <a:off x="19807370" y="29210500"/>
            <a:ext cx="2253259" cy="1292820"/>
          </a:xfrm>
          <a:prstGeom prst="roundRect">
            <a:avLst>
              <a:gd name="adj" fmla="val 7368"/>
            </a:avLst>
          </a:prstGeom>
          <a:solidFill>
            <a:srgbClr val="25374B"/>
          </a:solidFill>
          <a:ln/>
        </p:spPr>
      </p:sp>
      <p:sp>
        <p:nvSpPr>
          <p:cNvPr id="759" name="Text 119">
            <a:extLst>
              <a:ext uri="{FF2B5EF4-FFF2-40B4-BE49-F238E27FC236}">
                <a16:creationId xmlns:a16="http://schemas.microsoft.com/office/drawing/2014/main" id="{ACAB86AE-4015-4C09-9C36-3395FB699B19}"/>
              </a:ext>
            </a:extLst>
          </p:cNvPr>
          <p:cNvSpPr/>
          <p:nvPr/>
        </p:nvSpPr>
        <p:spPr>
          <a:xfrm>
            <a:off x="19940655" y="29324767"/>
            <a:ext cx="2185360" cy="249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81" dirty="0">
                <a:solidFill>
                  <a:srgbClr val="7FD3D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STABILIZE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760" name="Text 120">
            <a:extLst>
              <a:ext uri="{FF2B5EF4-FFF2-40B4-BE49-F238E27FC236}">
                <a16:creationId xmlns:a16="http://schemas.microsoft.com/office/drawing/2014/main" id="{8E3BFB28-F593-4231-B188-5F9D002E4D5F}"/>
              </a:ext>
            </a:extLst>
          </p:cNvPr>
          <p:cNvSpPr/>
          <p:nvPr/>
        </p:nvSpPr>
        <p:spPr>
          <a:xfrm>
            <a:off x="19940655" y="29593485"/>
            <a:ext cx="2062891" cy="363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ℒ</a:t>
            </a:r>
            <a:r>
              <a:rPr lang="en-US" sz="1600" baseline="-40000" dirty="0">
                <a:solidFill>
                  <a:srgbClr val="FFFFFF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smooth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61" name="Text 121">
            <a:extLst>
              <a:ext uri="{FF2B5EF4-FFF2-40B4-BE49-F238E27FC236}">
                <a16:creationId xmlns:a16="http://schemas.microsoft.com/office/drawing/2014/main" id="{78E0C976-8E5E-4CF6-AFF9-7B2A76CEA1D6}"/>
              </a:ext>
            </a:extLst>
          </p:cNvPr>
          <p:cNvSpPr/>
          <p:nvPr/>
        </p:nvSpPr>
        <p:spPr>
          <a:xfrm>
            <a:off x="19940655" y="29976304"/>
            <a:ext cx="2062891" cy="440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C1CED5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temporal smoothness of </a:t>
            </a:r>
            <a:r>
              <a:rPr lang="en-US" sz="1600" i="1" dirty="0">
                <a:solidFill>
                  <a:srgbClr val="C1CED5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ŷ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62" name="Shape 122">
            <a:extLst>
              <a:ext uri="{FF2B5EF4-FFF2-40B4-BE49-F238E27FC236}">
                <a16:creationId xmlns:a16="http://schemas.microsoft.com/office/drawing/2014/main" id="{3A4D3FB1-D7B1-4BA5-A002-BD1D1366C406}"/>
              </a:ext>
            </a:extLst>
          </p:cNvPr>
          <p:cNvSpPr/>
          <p:nvPr/>
        </p:nvSpPr>
        <p:spPr>
          <a:xfrm>
            <a:off x="15110354" y="30617588"/>
            <a:ext cx="21167" cy="759520"/>
          </a:xfrm>
          <a:prstGeom prst="rect">
            <a:avLst/>
          </a:prstGeom>
          <a:solidFill>
            <a:srgbClr val="7FD3D8"/>
          </a:solidFill>
          <a:ln/>
        </p:spPr>
      </p:sp>
      <p:sp>
        <p:nvSpPr>
          <p:cNvPr id="763" name="Text 123">
            <a:extLst>
              <a:ext uri="{FF2B5EF4-FFF2-40B4-BE49-F238E27FC236}">
                <a16:creationId xmlns:a16="http://schemas.microsoft.com/office/drawing/2014/main" id="{AEA0EA71-0CE6-4E6C-88A2-C5164F88E25E}"/>
              </a:ext>
            </a:extLst>
          </p:cNvPr>
          <p:cNvSpPr/>
          <p:nvPr/>
        </p:nvSpPr>
        <p:spPr>
          <a:xfrm>
            <a:off x="15245821" y="30617588"/>
            <a:ext cx="7023486" cy="797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600" dirty="0">
                <a:solidFill>
                  <a:srgbClr val="C1CED5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Beyond imitating the teacher, the margin ranking term </a:t>
            </a:r>
            <a:r>
              <a:rPr lang="en-US" sz="160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enlarges the score gap </a:t>
            </a:r>
            <a:r>
              <a:rPr lang="en-US" sz="1600" dirty="0">
                <a:solidFill>
                  <a:srgbClr val="C1CED5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between confident anomalous and normal frames, preserving their relative order.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64" name="Shape 124">
            <a:extLst>
              <a:ext uri="{FF2B5EF4-FFF2-40B4-BE49-F238E27FC236}">
                <a16:creationId xmlns:a16="http://schemas.microsoft.com/office/drawing/2014/main" id="{05AC3665-A118-4CFC-AC53-025B6F7085F2}"/>
              </a:ext>
            </a:extLst>
          </p:cNvPr>
          <p:cNvSpPr/>
          <p:nvPr/>
        </p:nvSpPr>
        <p:spPr>
          <a:xfrm>
            <a:off x="22384578" y="22449569"/>
            <a:ext cx="7331439" cy="9098856"/>
          </a:xfrm>
          <a:prstGeom prst="roundRect">
            <a:avLst>
              <a:gd name="adj" fmla="val 1819"/>
            </a:avLst>
          </a:prstGeom>
          <a:solidFill>
            <a:srgbClr val="F4F7FA"/>
          </a:solidFill>
          <a:ln w="10583">
            <a:solidFill>
              <a:srgbClr val="D9E2E9"/>
            </a:solidFill>
            <a:prstDash val="solid"/>
          </a:ln>
        </p:spPr>
      </p:sp>
      <p:sp>
        <p:nvSpPr>
          <p:cNvPr id="765" name="Text 125">
            <a:extLst>
              <a:ext uri="{FF2B5EF4-FFF2-40B4-BE49-F238E27FC236}">
                <a16:creationId xmlns:a16="http://schemas.microsoft.com/office/drawing/2014/main" id="{FCB115C7-3976-4FA0-B6A7-52CBE1442CC6}"/>
              </a:ext>
            </a:extLst>
          </p:cNvPr>
          <p:cNvSpPr/>
          <p:nvPr/>
        </p:nvSpPr>
        <p:spPr>
          <a:xfrm>
            <a:off x="22566480" y="22612453"/>
            <a:ext cx="7664401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B5 </a:t>
            </a:r>
            <a:r>
              <a:rPr lang="en-US" sz="24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Score-triggered Scout ⇄ Burst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66" name="Shape 126">
            <a:extLst>
              <a:ext uri="{FF2B5EF4-FFF2-40B4-BE49-F238E27FC236}">
                <a16:creationId xmlns:a16="http://schemas.microsoft.com/office/drawing/2014/main" id="{045A1CAB-01E7-471B-A028-E87E7451F2A5}"/>
              </a:ext>
            </a:extLst>
          </p:cNvPr>
          <p:cNvSpPr/>
          <p:nvPr/>
        </p:nvSpPr>
        <p:spPr>
          <a:xfrm>
            <a:off x="22566480" y="23092837"/>
            <a:ext cx="209517" cy="21167"/>
          </a:xfrm>
          <a:prstGeom prst="rect">
            <a:avLst/>
          </a:prstGeom>
          <a:solidFill>
            <a:srgbClr val="B9751D"/>
          </a:solidFill>
          <a:ln/>
        </p:spPr>
      </p:sp>
      <p:sp>
        <p:nvSpPr>
          <p:cNvPr id="767" name="Text 127">
            <a:extLst>
              <a:ext uri="{FF2B5EF4-FFF2-40B4-BE49-F238E27FC236}">
                <a16:creationId xmlns:a16="http://schemas.microsoft.com/office/drawing/2014/main" id="{F3FF18DB-0DAE-419E-9625-2761D5C6200C}"/>
              </a:ext>
            </a:extLst>
          </p:cNvPr>
          <p:cNvSpPr/>
          <p:nvPr/>
        </p:nvSpPr>
        <p:spPr>
          <a:xfrm>
            <a:off x="22833047" y="22997587"/>
            <a:ext cx="710539" cy="24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teacher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68" name="Shape 128">
            <a:extLst>
              <a:ext uri="{FF2B5EF4-FFF2-40B4-BE49-F238E27FC236}">
                <a16:creationId xmlns:a16="http://schemas.microsoft.com/office/drawing/2014/main" id="{02B93300-D345-4B57-B2AE-D2782AD54FE6}"/>
              </a:ext>
            </a:extLst>
          </p:cNvPr>
          <p:cNvSpPr/>
          <p:nvPr/>
        </p:nvSpPr>
        <p:spPr>
          <a:xfrm>
            <a:off x="23600670" y="23084404"/>
            <a:ext cx="209517" cy="38034"/>
          </a:xfrm>
          <a:prstGeom prst="rect">
            <a:avLst/>
          </a:prstGeom>
          <a:solidFill>
            <a:srgbClr val="007E88"/>
          </a:solidFill>
          <a:ln/>
        </p:spPr>
      </p:sp>
      <p:sp>
        <p:nvSpPr>
          <p:cNvPr id="769" name="Text 129">
            <a:extLst>
              <a:ext uri="{FF2B5EF4-FFF2-40B4-BE49-F238E27FC236}">
                <a16:creationId xmlns:a16="http://schemas.microsoft.com/office/drawing/2014/main" id="{D6EC6072-7D20-4A94-9154-21F65987BCAA}"/>
              </a:ext>
            </a:extLst>
          </p:cNvPr>
          <p:cNvSpPr/>
          <p:nvPr/>
        </p:nvSpPr>
        <p:spPr>
          <a:xfrm>
            <a:off x="23867237" y="22997587"/>
            <a:ext cx="709381" cy="2497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student</a:t>
            </a:r>
            <a:endParaRPr lang="en-US" sz="1600" dirty="0">
              <a:latin typeface="Sentient" pitchFamily="50" charset="0"/>
            </a:endParaRPr>
          </a:p>
        </p:txBody>
      </p:sp>
      <p:pic>
        <p:nvPicPr>
          <p:cNvPr id="770" name="Image 4" descr="preencoded.png">
            <a:extLst>
              <a:ext uri="{FF2B5EF4-FFF2-40B4-BE49-F238E27FC236}">
                <a16:creationId xmlns:a16="http://schemas.microsoft.com/office/drawing/2014/main" id="{E242681A-EC10-4767-8A45-76CF215FBCD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566480" y="23323521"/>
            <a:ext cx="6967637" cy="5328047"/>
          </a:xfrm>
          <a:prstGeom prst="rect">
            <a:avLst/>
          </a:prstGeom>
        </p:spPr>
      </p:pic>
      <p:sp>
        <p:nvSpPr>
          <p:cNvPr id="771" name="Text 130">
            <a:extLst>
              <a:ext uri="{FF2B5EF4-FFF2-40B4-BE49-F238E27FC236}">
                <a16:creationId xmlns:a16="http://schemas.microsoft.com/office/drawing/2014/main" id="{E9092276-8D07-4122-971A-002AE29CA43D}"/>
              </a:ext>
            </a:extLst>
          </p:cNvPr>
          <p:cNvSpPr/>
          <p:nvPr/>
        </p:nvSpPr>
        <p:spPr>
          <a:xfrm>
            <a:off x="29348247" y="24827346"/>
            <a:ext cx="205019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θ</a:t>
            </a:r>
            <a:endParaRPr lang="en-US" sz="2400" dirty="0">
              <a:latin typeface="Sentient" pitchFamily="50" charset="0"/>
            </a:endParaRPr>
          </a:p>
        </p:txBody>
      </p:sp>
      <p:grpSp>
        <p:nvGrpSpPr>
          <p:cNvPr id="772" name="그룹 771">
            <a:extLst>
              <a:ext uri="{FF2B5EF4-FFF2-40B4-BE49-F238E27FC236}">
                <a16:creationId xmlns:a16="http://schemas.microsoft.com/office/drawing/2014/main" id="{B882A729-8291-40FC-9868-FADB990B5227}"/>
              </a:ext>
            </a:extLst>
          </p:cNvPr>
          <p:cNvGrpSpPr/>
          <p:nvPr/>
        </p:nvGrpSpPr>
        <p:grpSpPr>
          <a:xfrm>
            <a:off x="27131849" y="23958079"/>
            <a:ext cx="169333" cy="856630"/>
            <a:chOff x="27101769" y="4532595"/>
            <a:chExt cx="169333" cy="1481551"/>
          </a:xfrm>
        </p:grpSpPr>
        <p:sp>
          <p:nvSpPr>
            <p:cNvPr id="952" name="Shape 131">
              <a:extLst>
                <a:ext uri="{FF2B5EF4-FFF2-40B4-BE49-F238E27FC236}">
                  <a16:creationId xmlns:a16="http://schemas.microsoft.com/office/drawing/2014/main" id="{387AD0A3-50BD-4BEB-BEA0-9756C1DC6932}"/>
                </a:ext>
              </a:extLst>
            </p:cNvPr>
            <p:cNvSpPr/>
            <p:nvPr/>
          </p:nvSpPr>
          <p:spPr>
            <a:xfrm>
              <a:off x="27161921" y="4624091"/>
              <a:ext cx="38034" cy="1390055"/>
            </a:xfrm>
            <a:prstGeom prst="rect">
              <a:avLst/>
            </a:prstGeom>
            <a:solidFill>
              <a:srgbClr val="B7254A"/>
            </a:solidFill>
            <a:ln/>
          </p:spPr>
        </p:sp>
        <p:sp>
          <p:nvSpPr>
            <p:cNvPr id="953" name="Shape 132">
              <a:extLst>
                <a:ext uri="{FF2B5EF4-FFF2-40B4-BE49-F238E27FC236}">
                  <a16:creationId xmlns:a16="http://schemas.microsoft.com/office/drawing/2014/main" id="{A0C4960C-7B6F-403E-A7DC-7524DD530646}"/>
                </a:ext>
              </a:extLst>
            </p:cNvPr>
            <p:cNvSpPr/>
            <p:nvPr/>
          </p:nvSpPr>
          <p:spPr>
            <a:xfrm>
              <a:off x="27101769" y="4532595"/>
              <a:ext cx="169333" cy="127000"/>
            </a:xfrm>
            <a:prstGeom prst="rect">
              <a:avLst/>
            </a:prstGeom>
            <a:solidFill>
              <a:srgbClr val="B7254A"/>
            </a:solidFill>
            <a:ln/>
          </p:spPr>
        </p:sp>
      </p:grpSp>
      <p:sp>
        <p:nvSpPr>
          <p:cNvPr id="773" name="Shape 133">
            <a:extLst>
              <a:ext uri="{FF2B5EF4-FFF2-40B4-BE49-F238E27FC236}">
                <a16:creationId xmlns:a16="http://schemas.microsoft.com/office/drawing/2014/main" id="{ECB69844-0315-479A-9BA5-6C71CA50BC28}"/>
              </a:ext>
            </a:extLst>
          </p:cNvPr>
          <p:cNvSpPr/>
          <p:nvPr/>
        </p:nvSpPr>
        <p:spPr>
          <a:xfrm>
            <a:off x="26473218" y="24628380"/>
            <a:ext cx="903056" cy="222250"/>
          </a:xfrm>
          <a:prstGeom prst="rect">
            <a:avLst/>
          </a:prstGeom>
          <a:solidFill>
            <a:srgbClr val="FDEBF0"/>
          </a:solidFill>
          <a:ln/>
        </p:spPr>
      </p:sp>
      <p:sp>
        <p:nvSpPr>
          <p:cNvPr id="774" name="Text 134">
            <a:extLst>
              <a:ext uri="{FF2B5EF4-FFF2-40B4-BE49-F238E27FC236}">
                <a16:creationId xmlns:a16="http://schemas.microsoft.com/office/drawing/2014/main" id="{D8AA011A-1B9F-46F3-A59E-2D80913EA3F8}"/>
              </a:ext>
            </a:extLst>
          </p:cNvPr>
          <p:cNvSpPr/>
          <p:nvPr/>
        </p:nvSpPr>
        <p:spPr>
          <a:xfrm>
            <a:off x="26511318" y="24628379"/>
            <a:ext cx="1216356" cy="4063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amplified</a:t>
            </a:r>
            <a:endParaRPr lang="en-US" sz="1600" dirty="0">
              <a:latin typeface="Sentient" pitchFamily="50" charset="0"/>
            </a:endParaRPr>
          </a:p>
        </p:txBody>
      </p:sp>
      <p:grpSp>
        <p:nvGrpSpPr>
          <p:cNvPr id="775" name="그룹 774">
            <a:extLst>
              <a:ext uri="{FF2B5EF4-FFF2-40B4-BE49-F238E27FC236}">
                <a16:creationId xmlns:a16="http://schemas.microsoft.com/office/drawing/2014/main" id="{434CACE9-D965-466F-80DF-5135E7620F33}"/>
              </a:ext>
            </a:extLst>
          </p:cNvPr>
          <p:cNvGrpSpPr/>
          <p:nvPr/>
        </p:nvGrpSpPr>
        <p:grpSpPr>
          <a:xfrm>
            <a:off x="23643168" y="26558746"/>
            <a:ext cx="169333" cy="816538"/>
            <a:chOff x="23643168" y="6995666"/>
            <a:chExt cx="169333" cy="816538"/>
          </a:xfrm>
        </p:grpSpPr>
        <p:sp>
          <p:nvSpPr>
            <p:cNvPr id="950" name="Shape 135">
              <a:extLst>
                <a:ext uri="{FF2B5EF4-FFF2-40B4-BE49-F238E27FC236}">
                  <a16:creationId xmlns:a16="http://schemas.microsoft.com/office/drawing/2014/main" id="{60F93F3D-D3E8-46A4-AAA0-E09F098F1999}"/>
                </a:ext>
              </a:extLst>
            </p:cNvPr>
            <p:cNvSpPr/>
            <p:nvPr/>
          </p:nvSpPr>
          <p:spPr>
            <a:xfrm>
              <a:off x="23708818" y="6995666"/>
              <a:ext cx="38034" cy="694697"/>
            </a:xfrm>
            <a:prstGeom prst="rect">
              <a:avLst/>
            </a:prstGeom>
            <a:solidFill>
              <a:srgbClr val="007E88"/>
            </a:solidFill>
            <a:ln/>
          </p:spPr>
        </p:sp>
        <p:sp>
          <p:nvSpPr>
            <p:cNvPr id="951" name="Shape 136">
              <a:extLst>
                <a:ext uri="{FF2B5EF4-FFF2-40B4-BE49-F238E27FC236}">
                  <a16:creationId xmlns:a16="http://schemas.microsoft.com/office/drawing/2014/main" id="{7FA231D6-9947-4841-8B4D-F14DDF7CC321}"/>
                </a:ext>
              </a:extLst>
            </p:cNvPr>
            <p:cNvSpPr/>
            <p:nvPr/>
          </p:nvSpPr>
          <p:spPr>
            <a:xfrm>
              <a:off x="23643168" y="7685204"/>
              <a:ext cx="169333" cy="127000"/>
            </a:xfrm>
            <a:prstGeom prst="rect">
              <a:avLst/>
            </a:prstGeom>
            <a:solidFill>
              <a:srgbClr val="007E88"/>
            </a:solidFill>
            <a:ln/>
          </p:spPr>
        </p:sp>
      </p:grpSp>
      <p:grpSp>
        <p:nvGrpSpPr>
          <p:cNvPr id="776" name="그룹 775">
            <a:extLst>
              <a:ext uri="{FF2B5EF4-FFF2-40B4-BE49-F238E27FC236}">
                <a16:creationId xmlns:a16="http://schemas.microsoft.com/office/drawing/2014/main" id="{D91C3E49-0E25-4FC3-A458-337418964B9A}"/>
              </a:ext>
            </a:extLst>
          </p:cNvPr>
          <p:cNvGrpSpPr/>
          <p:nvPr/>
        </p:nvGrpSpPr>
        <p:grpSpPr>
          <a:xfrm>
            <a:off x="29244910" y="26520712"/>
            <a:ext cx="169333" cy="770765"/>
            <a:chOff x="28772116" y="7314076"/>
            <a:chExt cx="169333" cy="770765"/>
          </a:xfrm>
        </p:grpSpPr>
        <p:sp>
          <p:nvSpPr>
            <p:cNvPr id="948" name="Shape 137">
              <a:extLst>
                <a:ext uri="{FF2B5EF4-FFF2-40B4-BE49-F238E27FC236}">
                  <a16:creationId xmlns:a16="http://schemas.microsoft.com/office/drawing/2014/main" id="{938AD3CE-C627-4075-ACC4-7930115B2AB2}"/>
                </a:ext>
              </a:extLst>
            </p:cNvPr>
            <p:cNvSpPr/>
            <p:nvPr/>
          </p:nvSpPr>
          <p:spPr>
            <a:xfrm>
              <a:off x="28837767" y="7314076"/>
              <a:ext cx="38034" cy="694697"/>
            </a:xfrm>
            <a:prstGeom prst="rect">
              <a:avLst/>
            </a:prstGeom>
            <a:solidFill>
              <a:srgbClr val="007E88"/>
            </a:solidFill>
            <a:ln/>
          </p:spPr>
        </p:sp>
        <p:sp>
          <p:nvSpPr>
            <p:cNvPr id="949" name="Shape 138">
              <a:extLst>
                <a:ext uri="{FF2B5EF4-FFF2-40B4-BE49-F238E27FC236}">
                  <a16:creationId xmlns:a16="http://schemas.microsoft.com/office/drawing/2014/main" id="{9CF56C92-7EE3-4FC2-BEB4-29AF8400BE16}"/>
                </a:ext>
              </a:extLst>
            </p:cNvPr>
            <p:cNvSpPr/>
            <p:nvPr/>
          </p:nvSpPr>
          <p:spPr>
            <a:xfrm>
              <a:off x="28772116" y="7957841"/>
              <a:ext cx="169333" cy="127000"/>
            </a:xfrm>
            <a:prstGeom prst="rect">
              <a:avLst/>
            </a:prstGeom>
            <a:solidFill>
              <a:srgbClr val="007E88"/>
            </a:solidFill>
            <a:ln/>
          </p:spPr>
        </p:sp>
      </p:grpSp>
      <p:sp>
        <p:nvSpPr>
          <p:cNvPr id="777" name="Text 139">
            <a:extLst>
              <a:ext uri="{FF2B5EF4-FFF2-40B4-BE49-F238E27FC236}">
                <a16:creationId xmlns:a16="http://schemas.microsoft.com/office/drawing/2014/main" id="{A39D3057-91A2-4C2D-95C0-92A589729A19}"/>
              </a:ext>
            </a:extLst>
          </p:cNvPr>
          <p:cNvSpPr/>
          <p:nvPr/>
        </p:nvSpPr>
        <p:spPr>
          <a:xfrm>
            <a:off x="23863103" y="26344402"/>
            <a:ext cx="1120147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suppressed</a:t>
            </a:r>
            <a:endParaRPr lang="en-US" sz="1425" dirty="0">
              <a:latin typeface="Sentient" pitchFamily="50" charset="0"/>
            </a:endParaRPr>
          </a:p>
        </p:txBody>
      </p:sp>
      <p:sp>
        <p:nvSpPr>
          <p:cNvPr id="778" name="Shape 140">
            <a:extLst>
              <a:ext uri="{FF2B5EF4-FFF2-40B4-BE49-F238E27FC236}">
                <a16:creationId xmlns:a16="http://schemas.microsoft.com/office/drawing/2014/main" id="{E0DAF98F-88FA-4BAD-8D12-5A3754395E40}"/>
              </a:ext>
            </a:extLst>
          </p:cNvPr>
          <p:cNvSpPr/>
          <p:nvPr/>
        </p:nvSpPr>
        <p:spPr>
          <a:xfrm>
            <a:off x="25780423" y="25100446"/>
            <a:ext cx="152301" cy="15230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7254A"/>
            </a:solidFill>
            <a:prstDash val="solid"/>
          </a:ln>
        </p:spPr>
      </p:sp>
      <p:sp>
        <p:nvSpPr>
          <p:cNvPr id="779" name="Shape 141">
            <a:extLst>
              <a:ext uri="{FF2B5EF4-FFF2-40B4-BE49-F238E27FC236}">
                <a16:creationId xmlns:a16="http://schemas.microsoft.com/office/drawing/2014/main" id="{2F1AEBAC-8CB1-4C67-92B6-CF24BC429EBC}"/>
              </a:ext>
            </a:extLst>
          </p:cNvPr>
          <p:cNvSpPr/>
          <p:nvPr/>
        </p:nvSpPr>
        <p:spPr>
          <a:xfrm>
            <a:off x="27909657" y="25100446"/>
            <a:ext cx="152301" cy="152301"/>
          </a:xfrm>
          <a:prstGeom prst="ellipse">
            <a:avLst/>
          </a:prstGeom>
          <a:solidFill>
            <a:srgbClr val="FFFFFF"/>
          </a:solidFill>
          <a:ln w="31750">
            <a:solidFill>
              <a:srgbClr val="B7254A"/>
            </a:solidFill>
            <a:prstDash val="solid"/>
          </a:ln>
        </p:spPr>
      </p:sp>
      <p:sp>
        <p:nvSpPr>
          <p:cNvPr id="780" name="Shape 142">
            <a:extLst>
              <a:ext uri="{FF2B5EF4-FFF2-40B4-BE49-F238E27FC236}">
                <a16:creationId xmlns:a16="http://schemas.microsoft.com/office/drawing/2014/main" id="{AC46A357-9F69-4B30-9337-5E19F50D75F9}"/>
              </a:ext>
            </a:extLst>
          </p:cNvPr>
          <p:cNvSpPr/>
          <p:nvPr/>
        </p:nvSpPr>
        <p:spPr>
          <a:xfrm>
            <a:off x="22566480" y="28765835"/>
            <a:ext cx="2991776" cy="755551"/>
          </a:xfrm>
          <a:prstGeom prst="roundRect">
            <a:avLst>
              <a:gd name="adj" fmla="val 15128"/>
            </a:avLst>
          </a:prstGeom>
          <a:solidFill>
            <a:srgbClr val="FFFFFF"/>
          </a:solidFill>
          <a:ln w="10583">
            <a:solidFill>
              <a:srgbClr val="007E88"/>
            </a:solidFill>
            <a:prstDash val="solid"/>
          </a:ln>
        </p:spPr>
      </p:sp>
      <p:sp>
        <p:nvSpPr>
          <p:cNvPr id="781" name="Text 143">
            <a:extLst>
              <a:ext uri="{FF2B5EF4-FFF2-40B4-BE49-F238E27FC236}">
                <a16:creationId xmlns:a16="http://schemas.microsoft.com/office/drawing/2014/main" id="{4EF42A5B-789F-4C81-A0BB-4578923B290A}"/>
              </a:ext>
            </a:extLst>
          </p:cNvPr>
          <p:cNvSpPr/>
          <p:nvPr/>
        </p:nvSpPr>
        <p:spPr>
          <a:xfrm>
            <a:off x="22710346" y="28871668"/>
            <a:ext cx="2974446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SCOUT · 4 FPS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782" name="Text 144">
            <a:extLst>
              <a:ext uri="{FF2B5EF4-FFF2-40B4-BE49-F238E27FC236}">
                <a16:creationId xmlns:a16="http://schemas.microsoft.com/office/drawing/2014/main" id="{0F9722EA-F2E6-462A-BA9C-24218561A498}"/>
              </a:ext>
            </a:extLst>
          </p:cNvPr>
          <p:cNvSpPr/>
          <p:nvPr/>
        </p:nvSpPr>
        <p:spPr>
          <a:xfrm>
            <a:off x="22710346" y="29144685"/>
            <a:ext cx="2974446" cy="3089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x</a:t>
            </a:r>
            <a:r>
              <a:rPr lang="en-US" sz="975" baseline="-4000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2</a:t>
            </a:r>
            <a:r>
              <a:rPr lang="en-US" sz="975" i="1" baseline="-4000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u </a:t>
            </a:r>
            <a:r>
              <a:rPr lang="en-US" sz="1500" dirty="0">
                <a:solidFill>
                  <a:srgbClr val="4C5B6B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· sparse watch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783" name="Text 145">
            <a:extLst>
              <a:ext uri="{FF2B5EF4-FFF2-40B4-BE49-F238E27FC236}">
                <a16:creationId xmlns:a16="http://schemas.microsoft.com/office/drawing/2014/main" id="{DAE3D9B3-A889-4BB3-8D82-0145B2260018}"/>
              </a:ext>
            </a:extLst>
          </p:cNvPr>
          <p:cNvSpPr/>
          <p:nvPr/>
        </p:nvSpPr>
        <p:spPr>
          <a:xfrm>
            <a:off x="25697658" y="28875802"/>
            <a:ext cx="781315" cy="2603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B7254A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ŷ </a:t>
            </a:r>
            <a:r>
              <a:rPr lang="en-US" sz="1600" b="1" dirty="0">
                <a:solidFill>
                  <a:srgbClr val="B7254A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&gt; </a:t>
            </a:r>
            <a:r>
              <a:rPr lang="en-US" sz="1600" b="1" i="1" dirty="0">
                <a:solidFill>
                  <a:srgbClr val="B7254A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θ </a:t>
            </a:r>
            <a:r>
              <a:rPr lang="en-US" sz="1600" b="1" dirty="0">
                <a:solidFill>
                  <a:srgbClr val="B7254A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⟶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84" name="Text 146">
            <a:extLst>
              <a:ext uri="{FF2B5EF4-FFF2-40B4-BE49-F238E27FC236}">
                <a16:creationId xmlns:a16="http://schemas.microsoft.com/office/drawing/2014/main" id="{0F32173E-BD2A-4BA4-9D8F-5DABCAF489C2}"/>
              </a:ext>
            </a:extLst>
          </p:cNvPr>
          <p:cNvSpPr/>
          <p:nvPr/>
        </p:nvSpPr>
        <p:spPr>
          <a:xfrm>
            <a:off x="25672523" y="29136086"/>
            <a:ext cx="831751" cy="31326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7E88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⟵ </a:t>
            </a:r>
            <a:r>
              <a:rPr lang="en-US" sz="1600" b="1" i="1" dirty="0">
                <a:solidFill>
                  <a:srgbClr val="007E88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ŷ </a:t>
            </a:r>
            <a:r>
              <a:rPr lang="en-US" sz="1600" b="1" dirty="0">
                <a:solidFill>
                  <a:srgbClr val="007E88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≤ </a:t>
            </a:r>
            <a:r>
              <a:rPr lang="en-US" sz="1600" b="1" i="1" dirty="0">
                <a:solidFill>
                  <a:srgbClr val="007E88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θ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85" name="Shape 147">
            <a:extLst>
              <a:ext uri="{FF2B5EF4-FFF2-40B4-BE49-F238E27FC236}">
                <a16:creationId xmlns:a16="http://schemas.microsoft.com/office/drawing/2014/main" id="{7DA35667-4B24-45FE-BB30-BD76F9F44E6E}"/>
              </a:ext>
            </a:extLst>
          </p:cNvPr>
          <p:cNvSpPr/>
          <p:nvPr/>
        </p:nvSpPr>
        <p:spPr>
          <a:xfrm>
            <a:off x="26542340" y="28800727"/>
            <a:ext cx="2991776" cy="685767"/>
          </a:xfrm>
          <a:prstGeom prst="roundRect">
            <a:avLst>
              <a:gd name="adj" fmla="val 16667"/>
            </a:avLst>
          </a:prstGeom>
          <a:solidFill>
            <a:srgbClr val="B7254A"/>
          </a:solidFill>
          <a:ln/>
        </p:spPr>
      </p:sp>
      <p:sp>
        <p:nvSpPr>
          <p:cNvPr id="786" name="Text 148">
            <a:extLst>
              <a:ext uri="{FF2B5EF4-FFF2-40B4-BE49-F238E27FC236}">
                <a16:creationId xmlns:a16="http://schemas.microsoft.com/office/drawing/2014/main" id="{546B6552-6B2E-4A81-B47D-8753901F32D4}"/>
              </a:ext>
            </a:extLst>
          </p:cNvPr>
          <p:cNvSpPr/>
          <p:nvPr/>
        </p:nvSpPr>
        <p:spPr>
          <a:xfrm>
            <a:off x="26675624" y="28895977"/>
            <a:ext cx="2997729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BURST · 8 FPS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787" name="Text 149">
            <a:extLst>
              <a:ext uri="{FF2B5EF4-FFF2-40B4-BE49-F238E27FC236}">
                <a16:creationId xmlns:a16="http://schemas.microsoft.com/office/drawing/2014/main" id="{BB929866-8315-4733-A519-8827EEF68341}"/>
              </a:ext>
            </a:extLst>
          </p:cNvPr>
          <p:cNvSpPr/>
          <p:nvPr/>
        </p:nvSpPr>
        <p:spPr>
          <a:xfrm>
            <a:off x="26675624" y="29168994"/>
            <a:ext cx="2997729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dirty="0">
                <a:solidFill>
                  <a:srgbClr val="FCECF1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re-extract interval densely</a:t>
            </a:r>
            <a:endParaRPr lang="en-US" sz="1425" dirty="0">
              <a:latin typeface="Sentient" pitchFamily="50" charset="0"/>
            </a:endParaRPr>
          </a:p>
        </p:txBody>
      </p:sp>
      <p:sp>
        <p:nvSpPr>
          <p:cNvPr id="788" name="Shape 150">
            <a:extLst>
              <a:ext uri="{FF2B5EF4-FFF2-40B4-BE49-F238E27FC236}">
                <a16:creationId xmlns:a16="http://schemas.microsoft.com/office/drawing/2014/main" id="{3013ADB8-1E12-4E72-B693-9578510B2394}"/>
              </a:ext>
            </a:extLst>
          </p:cNvPr>
          <p:cNvSpPr/>
          <p:nvPr/>
        </p:nvSpPr>
        <p:spPr>
          <a:xfrm>
            <a:off x="22566480" y="29635653"/>
            <a:ext cx="21167" cy="488156"/>
          </a:xfrm>
          <a:prstGeom prst="rect">
            <a:avLst/>
          </a:prstGeom>
          <a:solidFill>
            <a:srgbClr val="007E88"/>
          </a:solidFill>
          <a:ln/>
        </p:spPr>
      </p:sp>
      <p:sp>
        <p:nvSpPr>
          <p:cNvPr id="789" name="Text 151">
            <a:extLst>
              <a:ext uri="{FF2B5EF4-FFF2-40B4-BE49-F238E27FC236}">
                <a16:creationId xmlns:a16="http://schemas.microsoft.com/office/drawing/2014/main" id="{AC7C9048-FD2B-4B92-A6F6-33120D3207CD}"/>
              </a:ext>
            </a:extLst>
          </p:cNvPr>
          <p:cNvSpPr/>
          <p:nvPr/>
        </p:nvSpPr>
        <p:spPr>
          <a:xfrm>
            <a:off x="22701946" y="29635653"/>
            <a:ext cx="7041199" cy="52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sz="1600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The student score is the control signal: normal footage stays sparse, and the frame budget moves to suspicious intervals.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790" name="Shape 152">
            <a:extLst>
              <a:ext uri="{FF2B5EF4-FFF2-40B4-BE49-F238E27FC236}">
                <a16:creationId xmlns:a16="http://schemas.microsoft.com/office/drawing/2014/main" id="{B7420623-3803-4122-9FAC-F0B4806F7DE0}"/>
              </a:ext>
            </a:extLst>
          </p:cNvPr>
          <p:cNvSpPr/>
          <p:nvPr/>
        </p:nvSpPr>
        <p:spPr>
          <a:xfrm>
            <a:off x="22566480" y="30238076"/>
            <a:ext cx="3426685" cy="1147465"/>
          </a:xfrm>
          <a:prstGeom prst="roundRect">
            <a:avLst>
              <a:gd name="adj" fmla="val 9961"/>
            </a:avLst>
          </a:prstGeom>
          <a:solidFill>
            <a:srgbClr val="007E88"/>
          </a:solidFill>
          <a:ln/>
        </p:spPr>
      </p:sp>
      <p:sp>
        <p:nvSpPr>
          <p:cNvPr id="791" name="Text 153">
            <a:extLst>
              <a:ext uri="{FF2B5EF4-FFF2-40B4-BE49-F238E27FC236}">
                <a16:creationId xmlns:a16="http://schemas.microsoft.com/office/drawing/2014/main" id="{9687E280-8EB7-4ACC-ACB8-BE579281A27B}"/>
              </a:ext>
            </a:extLst>
          </p:cNvPr>
          <p:cNvSpPr/>
          <p:nvPr/>
        </p:nvSpPr>
        <p:spPr>
          <a:xfrm>
            <a:off x="22718781" y="30371360"/>
            <a:ext cx="3434292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53.2%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92" name="Text 154">
            <a:extLst>
              <a:ext uri="{FF2B5EF4-FFF2-40B4-BE49-F238E27FC236}">
                <a16:creationId xmlns:a16="http://schemas.microsoft.com/office/drawing/2014/main" id="{958578C3-44E2-47F5-8939-C01CEF86136E}"/>
              </a:ext>
            </a:extLst>
          </p:cNvPr>
          <p:cNvSpPr/>
          <p:nvPr/>
        </p:nvSpPr>
        <p:spPr>
          <a:xfrm>
            <a:off x="22718781" y="30760794"/>
            <a:ext cx="3215746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57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of 8 FPS frames used · same 86.30 AUC as dense 8/8</a:t>
            </a:r>
            <a:endParaRPr lang="en-US" sz="1425" dirty="0">
              <a:latin typeface="Sentient" pitchFamily="50" charset="0"/>
            </a:endParaRPr>
          </a:p>
        </p:txBody>
      </p:sp>
      <p:sp>
        <p:nvSpPr>
          <p:cNvPr id="793" name="Shape 155">
            <a:extLst>
              <a:ext uri="{FF2B5EF4-FFF2-40B4-BE49-F238E27FC236}">
                <a16:creationId xmlns:a16="http://schemas.microsoft.com/office/drawing/2014/main" id="{D5DC4865-C627-4A37-BBF3-71FCC2EBFD3C}"/>
              </a:ext>
            </a:extLst>
          </p:cNvPr>
          <p:cNvSpPr/>
          <p:nvPr/>
        </p:nvSpPr>
        <p:spPr>
          <a:xfrm>
            <a:off x="26107431" y="30238076"/>
            <a:ext cx="3426685" cy="1147465"/>
          </a:xfrm>
          <a:prstGeom prst="roundRect">
            <a:avLst>
              <a:gd name="adj" fmla="val 9961"/>
            </a:avLst>
          </a:prstGeom>
          <a:solidFill>
            <a:srgbClr val="FFFFFF"/>
          </a:solidFill>
          <a:ln w="10583">
            <a:solidFill>
              <a:srgbClr val="007E88"/>
            </a:solidFill>
            <a:prstDash val="solid"/>
          </a:ln>
        </p:spPr>
      </p:sp>
      <p:sp>
        <p:nvSpPr>
          <p:cNvPr id="794" name="Text 156">
            <a:extLst>
              <a:ext uri="{FF2B5EF4-FFF2-40B4-BE49-F238E27FC236}">
                <a16:creationId xmlns:a16="http://schemas.microsoft.com/office/drawing/2014/main" id="{071F49D4-92F6-4593-9F7B-3D455028AAEF}"/>
              </a:ext>
            </a:extLst>
          </p:cNvPr>
          <p:cNvSpPr/>
          <p:nvPr/>
        </p:nvSpPr>
        <p:spPr>
          <a:xfrm>
            <a:off x="26270315" y="30381943"/>
            <a:ext cx="3411009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7E88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496.7 FPS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795" name="Text 157">
            <a:extLst>
              <a:ext uri="{FF2B5EF4-FFF2-40B4-BE49-F238E27FC236}">
                <a16:creationId xmlns:a16="http://schemas.microsoft.com/office/drawing/2014/main" id="{6BAABB5D-FC13-4687-93DF-C036D58CA6D5}"/>
              </a:ext>
            </a:extLst>
          </p:cNvPr>
          <p:cNvSpPr/>
          <p:nvPr/>
        </p:nvSpPr>
        <p:spPr>
          <a:xfrm>
            <a:off x="26270315" y="30771377"/>
            <a:ext cx="3193944" cy="5083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857"/>
              </a:lnSpc>
              <a:buNone/>
            </a:pPr>
            <a:r>
              <a:rPr lang="en-US" sz="1425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detection path · 16.6× real-time at 30 FPS</a:t>
            </a:r>
            <a:endParaRPr lang="en-US" sz="1425" dirty="0">
              <a:latin typeface="Sentient" pitchFamily="50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70E41BE-B317-4349-B293-3E02758C8796}"/>
              </a:ext>
            </a:extLst>
          </p:cNvPr>
          <p:cNvGrpSpPr/>
          <p:nvPr/>
        </p:nvGrpSpPr>
        <p:grpSpPr>
          <a:xfrm>
            <a:off x="11995051" y="31907001"/>
            <a:ext cx="6798165" cy="457134"/>
            <a:chOff x="11995051" y="32007808"/>
            <a:chExt cx="6798165" cy="457134"/>
          </a:xfrm>
        </p:grpSpPr>
        <p:sp>
          <p:nvSpPr>
            <p:cNvPr id="796" name="Text 158">
              <a:extLst>
                <a:ext uri="{FF2B5EF4-FFF2-40B4-BE49-F238E27FC236}">
                  <a16:creationId xmlns:a16="http://schemas.microsoft.com/office/drawing/2014/main" id="{49C8C2EE-4908-45EE-9457-16FF824BBD45}"/>
                </a:ext>
              </a:extLst>
            </p:cNvPr>
            <p:cNvSpPr/>
            <p:nvPr/>
          </p:nvSpPr>
          <p:spPr>
            <a:xfrm>
              <a:off x="11995051" y="32007808"/>
              <a:ext cx="425781" cy="4571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2500"/>
                </a:lnSpc>
                <a:buNone/>
              </a:pPr>
              <a:r>
                <a:rPr lang="en-US" sz="3300" dirty="0">
                  <a:solidFill>
                    <a:srgbClr val="B7254A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↓</a:t>
              </a:r>
              <a:endParaRPr lang="en-US" sz="3300" dirty="0">
                <a:latin typeface="Sentient" pitchFamily="50" charset="0"/>
              </a:endParaRPr>
            </a:p>
          </p:txBody>
        </p:sp>
        <p:sp>
          <p:nvSpPr>
            <p:cNvPr id="797" name="Text 159">
              <a:extLst>
                <a:ext uri="{FF2B5EF4-FFF2-40B4-BE49-F238E27FC236}">
                  <a16:creationId xmlns:a16="http://schemas.microsoft.com/office/drawing/2014/main" id="{AA024FB4-F8AF-4FDE-946D-E033DBAC597D}"/>
                </a:ext>
              </a:extLst>
            </p:cNvPr>
            <p:cNvSpPr/>
            <p:nvPr/>
          </p:nvSpPr>
          <p:spPr>
            <a:xfrm>
              <a:off x="12420833" y="32035591"/>
              <a:ext cx="6110850" cy="3468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b="1" kern="0" spc="99" dirty="0">
                  <a:solidFill>
                    <a:srgbClr val="B7254A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burst indices (ŷ &gt; θ) only → truncated segments</a:t>
              </a:r>
              <a:endParaRPr lang="en-US" dirty="0">
                <a:latin typeface="Sentient" pitchFamily="50" charset="0"/>
              </a:endParaRPr>
            </a:p>
          </p:txBody>
        </p:sp>
        <p:sp>
          <p:nvSpPr>
            <p:cNvPr id="798" name="Text 160">
              <a:extLst>
                <a:ext uri="{FF2B5EF4-FFF2-40B4-BE49-F238E27FC236}">
                  <a16:creationId xmlns:a16="http://schemas.microsoft.com/office/drawing/2014/main" id="{A2E60BB6-F6EA-4B2F-BC4C-C2466B40BFB3}"/>
                </a:ext>
              </a:extLst>
            </p:cNvPr>
            <p:cNvSpPr/>
            <p:nvPr/>
          </p:nvSpPr>
          <p:spPr>
            <a:xfrm>
              <a:off x="18367435" y="32007808"/>
              <a:ext cx="425781" cy="45713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lnSpcReduction="10000"/>
            </a:bodyPr>
            <a:lstStyle/>
            <a:p>
              <a:pPr marL="0" indent="0" algn="l">
                <a:lnSpc>
                  <a:spcPct val="82500"/>
                </a:lnSpc>
                <a:buNone/>
              </a:pPr>
              <a:r>
                <a:rPr lang="en-US" sz="3300" dirty="0">
                  <a:solidFill>
                    <a:srgbClr val="B7254A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↓</a:t>
              </a:r>
              <a:endParaRPr lang="en-US" sz="3300" dirty="0">
                <a:latin typeface="Sentient" pitchFamily="50" charset="0"/>
              </a:endParaRPr>
            </a:p>
          </p:txBody>
        </p:sp>
      </p:grpSp>
      <p:sp>
        <p:nvSpPr>
          <p:cNvPr id="799" name="Shape 161">
            <a:extLst>
              <a:ext uri="{FF2B5EF4-FFF2-40B4-BE49-F238E27FC236}">
                <a16:creationId xmlns:a16="http://schemas.microsoft.com/office/drawing/2014/main" id="{3E6FF423-458C-4785-82AD-B0FEF7504949}"/>
              </a:ext>
            </a:extLst>
          </p:cNvPr>
          <p:cNvSpPr/>
          <p:nvPr/>
        </p:nvSpPr>
        <p:spPr>
          <a:xfrm>
            <a:off x="533301" y="32655540"/>
            <a:ext cx="29413400" cy="9819184"/>
          </a:xfrm>
          <a:prstGeom prst="roundRect">
            <a:avLst>
              <a:gd name="adj" fmla="val 1940"/>
            </a:avLst>
          </a:prstGeom>
          <a:ln w="10583">
            <a:solidFill>
              <a:srgbClr val="D9E2E9"/>
            </a:solidFill>
            <a:prstDash val="solid"/>
          </a:ln>
        </p:spPr>
      </p:sp>
      <p:sp>
        <p:nvSpPr>
          <p:cNvPr id="800" name="Shape 162">
            <a:extLst>
              <a:ext uri="{FF2B5EF4-FFF2-40B4-BE49-F238E27FC236}">
                <a16:creationId xmlns:a16="http://schemas.microsoft.com/office/drawing/2014/main" id="{5D1A4A25-CE96-471E-8002-EFF90DF621E1}"/>
              </a:ext>
            </a:extLst>
          </p:cNvPr>
          <p:cNvSpPr/>
          <p:nvPr/>
        </p:nvSpPr>
        <p:spPr>
          <a:xfrm>
            <a:off x="543884" y="32304380"/>
            <a:ext cx="29392234" cy="954319"/>
          </a:xfrm>
          <a:prstGeom prst="rect">
            <a:avLst/>
          </a:prstGeom>
          <a:solidFill>
            <a:srgbClr val="FCECF1"/>
          </a:solidFill>
          <a:ln/>
        </p:spPr>
      </p:sp>
      <p:sp>
        <p:nvSpPr>
          <p:cNvPr id="801" name="Shape 163">
            <a:extLst>
              <a:ext uri="{FF2B5EF4-FFF2-40B4-BE49-F238E27FC236}">
                <a16:creationId xmlns:a16="http://schemas.microsoft.com/office/drawing/2014/main" id="{FBD43D6E-8F6B-4157-8D2C-2AA14F63E5D0}"/>
              </a:ext>
            </a:extLst>
          </p:cNvPr>
          <p:cNvSpPr/>
          <p:nvPr/>
        </p:nvSpPr>
        <p:spPr>
          <a:xfrm>
            <a:off x="543884" y="32304380"/>
            <a:ext cx="74083" cy="954319"/>
          </a:xfrm>
          <a:prstGeom prst="rect">
            <a:avLst/>
          </a:prstGeom>
          <a:solidFill>
            <a:srgbClr val="B7254A"/>
          </a:solidFill>
          <a:ln/>
        </p:spPr>
      </p:sp>
      <p:sp>
        <p:nvSpPr>
          <p:cNvPr id="802" name="Text 164">
            <a:extLst>
              <a:ext uri="{FF2B5EF4-FFF2-40B4-BE49-F238E27FC236}">
                <a16:creationId xmlns:a16="http://schemas.microsoft.com/office/drawing/2014/main" id="{57557B3A-9C47-4F59-8880-F7948E108247}"/>
              </a:ext>
            </a:extLst>
          </p:cNvPr>
          <p:cNvSpPr/>
          <p:nvPr/>
        </p:nvSpPr>
        <p:spPr>
          <a:xfrm>
            <a:off x="846501" y="32475699"/>
            <a:ext cx="3756621" cy="4085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 / BURST REASONING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803" name="Text 165">
            <a:extLst>
              <a:ext uri="{FF2B5EF4-FFF2-40B4-BE49-F238E27FC236}">
                <a16:creationId xmlns:a16="http://schemas.microsoft.com/office/drawing/2014/main" id="{DEF00B4D-9525-4188-9D64-9E467344F68C}"/>
              </a:ext>
            </a:extLst>
          </p:cNvPr>
          <p:cNvSpPr/>
          <p:nvPr/>
        </p:nvSpPr>
        <p:spPr>
          <a:xfrm>
            <a:off x="846501" y="32865132"/>
            <a:ext cx="3756621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b="1" kern="0" spc="120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ON-DEMAND EXPLANATION</a:t>
            </a:r>
            <a:endParaRPr lang="en-US" sz="1500" dirty="0">
              <a:latin typeface="Sentient" pitchFamily="50" charset="0"/>
            </a:endParaRPr>
          </a:p>
        </p:txBody>
      </p:sp>
      <p:sp>
        <p:nvSpPr>
          <p:cNvPr id="804" name="Shape 169">
            <a:extLst>
              <a:ext uri="{FF2B5EF4-FFF2-40B4-BE49-F238E27FC236}">
                <a16:creationId xmlns:a16="http://schemas.microsoft.com/office/drawing/2014/main" id="{179E91E0-147A-4A85-BE8C-E70C6740182E}"/>
              </a:ext>
            </a:extLst>
          </p:cNvPr>
          <p:cNvSpPr/>
          <p:nvPr/>
        </p:nvSpPr>
        <p:spPr>
          <a:xfrm>
            <a:off x="753401" y="33393697"/>
            <a:ext cx="5010713" cy="3834805"/>
          </a:xfrm>
          <a:prstGeom prst="roundRect">
            <a:avLst>
              <a:gd name="adj" fmla="val 3477"/>
            </a:avLst>
          </a:prstGeom>
          <a:solidFill>
            <a:srgbClr val="F4F7FA"/>
          </a:solidFill>
          <a:ln w="10583">
            <a:solidFill>
              <a:srgbClr val="D9E2E9"/>
            </a:solidFill>
            <a:prstDash val="solid"/>
          </a:ln>
        </p:spPr>
      </p:sp>
      <p:sp>
        <p:nvSpPr>
          <p:cNvPr id="805" name="Text 170">
            <a:extLst>
              <a:ext uri="{FF2B5EF4-FFF2-40B4-BE49-F238E27FC236}">
                <a16:creationId xmlns:a16="http://schemas.microsoft.com/office/drawing/2014/main" id="{8B27CCC1-8DA3-483E-91B7-48641A66022F}"/>
              </a:ext>
            </a:extLst>
          </p:cNvPr>
          <p:cNvSpPr/>
          <p:nvPr/>
        </p:nvSpPr>
        <p:spPr>
          <a:xfrm>
            <a:off x="935302" y="33540539"/>
            <a:ext cx="51116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C1 </a:t>
            </a:r>
            <a:r>
              <a:rPr lang="en-US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Merge into segments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806" name="Text 171">
            <a:extLst>
              <a:ext uri="{FF2B5EF4-FFF2-40B4-BE49-F238E27FC236}">
                <a16:creationId xmlns:a16="http://schemas.microsoft.com/office/drawing/2014/main" id="{E70EDE1F-8BDB-4233-9C1C-AD39961D910E}"/>
              </a:ext>
            </a:extLst>
          </p:cNvPr>
          <p:cNvSpPr/>
          <p:nvPr/>
        </p:nvSpPr>
        <p:spPr>
          <a:xfrm>
            <a:off x="935302" y="33888800"/>
            <a:ext cx="6117057" cy="9987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𝒮 = {[</a:t>
            </a:r>
            <a:r>
              <a:rPr lang="en-US" sz="28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a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</a:t>
            </a:r>
            <a:r>
              <a:rPr lang="en-US" sz="2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</a:t>
            </a:r>
            <a:r>
              <a:rPr lang="en-US" sz="28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e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</a:t>
            </a:r>
            <a:r>
              <a:rPr lang="en-US" sz="28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]}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</a:t>
            </a:r>
            <a:r>
              <a:rPr lang="en-US" sz="16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=1 </a:t>
            </a:r>
            <a:r>
              <a:rPr lang="en-US" sz="1600" i="1" baseline="3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</a:t>
            </a:r>
            <a:endParaRPr lang="en-US" sz="2800" dirty="0">
              <a:latin typeface="Sentient" pitchFamily="50" charset="0"/>
            </a:endParaRPr>
          </a:p>
        </p:txBody>
      </p:sp>
      <p:pic>
        <p:nvPicPr>
          <p:cNvPr id="807" name="Image 5" descr="preencoded.png">
            <a:extLst>
              <a:ext uri="{FF2B5EF4-FFF2-40B4-BE49-F238E27FC236}">
                <a16:creationId xmlns:a16="http://schemas.microsoft.com/office/drawing/2014/main" id="{AC589A44-8E0F-4766-AF2B-ADF4EB11146C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35302" y="34527602"/>
            <a:ext cx="4646910" cy="1143000"/>
          </a:xfrm>
          <a:prstGeom prst="rect">
            <a:avLst/>
          </a:prstGeom>
        </p:spPr>
      </p:pic>
      <p:sp>
        <p:nvSpPr>
          <p:cNvPr id="808" name="Text 172">
            <a:extLst>
              <a:ext uri="{FF2B5EF4-FFF2-40B4-BE49-F238E27FC236}">
                <a16:creationId xmlns:a16="http://schemas.microsoft.com/office/drawing/2014/main" id="{1047113D-EC23-4307-82B2-442C3894FE5E}"/>
              </a:ext>
            </a:extLst>
          </p:cNvPr>
          <p:cNvSpPr/>
          <p:nvPr/>
        </p:nvSpPr>
        <p:spPr>
          <a:xfrm>
            <a:off x="935302" y="35923501"/>
            <a:ext cx="1656953" cy="4932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Seg 1 · ℓ₁ = 15 s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809" name="Text 173">
            <a:extLst>
              <a:ext uri="{FF2B5EF4-FFF2-40B4-BE49-F238E27FC236}">
                <a16:creationId xmlns:a16="http://schemas.microsoft.com/office/drawing/2014/main" id="{721D6FE6-AE28-4D18-A767-F92008200826}"/>
              </a:ext>
            </a:extLst>
          </p:cNvPr>
          <p:cNvSpPr/>
          <p:nvPr/>
        </p:nvSpPr>
        <p:spPr>
          <a:xfrm>
            <a:off x="3946184" y="35893847"/>
            <a:ext cx="1636028" cy="49328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Seg 2 · ℓ₂ = 8 s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810" name="Text 174">
            <a:extLst>
              <a:ext uri="{FF2B5EF4-FFF2-40B4-BE49-F238E27FC236}">
                <a16:creationId xmlns:a16="http://schemas.microsoft.com/office/drawing/2014/main" id="{1BDD03C2-6F0D-4D7E-8BA4-D3A94F3F1D25}"/>
              </a:ext>
            </a:extLst>
          </p:cNvPr>
          <p:cNvSpPr/>
          <p:nvPr/>
        </p:nvSpPr>
        <p:spPr>
          <a:xfrm>
            <a:off x="935302" y="36333384"/>
            <a:ext cx="4786318" cy="7703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sz="16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Consecutive burst indices are merged into candidate segments; </a:t>
            </a:r>
            <a:r>
              <a:rPr lang="en-US" sz="1600" i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M </a:t>
            </a:r>
            <a:r>
              <a:rPr lang="en-US" sz="16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is capped, so the VLM sees a bounded number of clips.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811" name="Text 175">
            <a:extLst>
              <a:ext uri="{FF2B5EF4-FFF2-40B4-BE49-F238E27FC236}">
                <a16:creationId xmlns:a16="http://schemas.microsoft.com/office/drawing/2014/main" id="{C3FDC74B-DF5A-48F2-AC2B-0F79E306F99D}"/>
              </a:ext>
            </a:extLst>
          </p:cNvPr>
          <p:cNvSpPr/>
          <p:nvPr/>
        </p:nvSpPr>
        <p:spPr>
          <a:xfrm>
            <a:off x="502865" y="37304570"/>
            <a:ext cx="5511784" cy="2666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lnSpc>
                <a:spcPct val="83077"/>
              </a:lnSpc>
              <a:buNone/>
            </a:pPr>
            <a:r>
              <a:rPr lang="en-US" sz="18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↓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812" name="Shape 176">
            <a:extLst>
              <a:ext uri="{FF2B5EF4-FFF2-40B4-BE49-F238E27FC236}">
                <a16:creationId xmlns:a16="http://schemas.microsoft.com/office/drawing/2014/main" id="{DB6DE86A-C863-4C08-A431-30B04590A242}"/>
              </a:ext>
            </a:extLst>
          </p:cNvPr>
          <p:cNvSpPr/>
          <p:nvPr/>
        </p:nvSpPr>
        <p:spPr>
          <a:xfrm>
            <a:off x="753401" y="37609171"/>
            <a:ext cx="5010713" cy="4209190"/>
          </a:xfrm>
          <a:prstGeom prst="roundRect">
            <a:avLst>
              <a:gd name="adj" fmla="val 3168"/>
            </a:avLst>
          </a:prstGeom>
          <a:solidFill>
            <a:srgbClr val="FFFFFF"/>
          </a:solidFill>
          <a:ln w="10583">
            <a:solidFill>
              <a:srgbClr val="EFCAD4"/>
            </a:solidFill>
            <a:prstDash val="solid"/>
          </a:ln>
        </p:spPr>
      </p:sp>
      <p:sp>
        <p:nvSpPr>
          <p:cNvPr id="813" name="Text 177">
            <a:extLst>
              <a:ext uri="{FF2B5EF4-FFF2-40B4-BE49-F238E27FC236}">
                <a16:creationId xmlns:a16="http://schemas.microsoft.com/office/drawing/2014/main" id="{D1E21458-41D6-468D-8C7C-18F667D62711}"/>
              </a:ext>
            </a:extLst>
          </p:cNvPr>
          <p:cNvSpPr/>
          <p:nvPr/>
        </p:nvSpPr>
        <p:spPr>
          <a:xfrm>
            <a:off x="935302" y="37772056"/>
            <a:ext cx="5111601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C2 </a:t>
            </a:r>
            <a:r>
              <a:rPr lang="en-US" sz="18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Length-aware budget</a:t>
            </a:r>
            <a:endParaRPr lang="en-US" sz="1800" dirty="0">
              <a:latin typeface="Sentient" pitchFamily="50" charset="0"/>
            </a:endParaRPr>
          </a:p>
        </p:txBody>
      </p:sp>
      <p:sp>
        <p:nvSpPr>
          <p:cNvPr id="814" name="Text 178">
            <a:extLst>
              <a:ext uri="{FF2B5EF4-FFF2-40B4-BE49-F238E27FC236}">
                <a16:creationId xmlns:a16="http://schemas.microsoft.com/office/drawing/2014/main" id="{154C0559-6C52-434D-8B0D-84BEFF0690E5}"/>
              </a:ext>
            </a:extLst>
          </p:cNvPr>
          <p:cNvSpPr/>
          <p:nvPr/>
        </p:nvSpPr>
        <p:spPr>
          <a:xfrm>
            <a:off x="935302" y="38161490"/>
            <a:ext cx="5144978" cy="70296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q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 </a:t>
            </a:r>
            <a:r>
              <a:rPr lang="en-US" sz="2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min(</a:t>
            </a:r>
            <a:r>
              <a:rPr lang="en-US" sz="20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ℓ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</a:t>
            </a:r>
            <a:r>
              <a:rPr lang="en-US" sz="2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</a:t>
            </a:r>
            <a:r>
              <a:rPr lang="en-US" sz="20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q</a:t>
            </a:r>
            <a:r>
              <a:rPr lang="en-US" sz="16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max</a:t>
            </a:r>
            <a:r>
              <a:rPr lang="en-US" sz="2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max(1, ⌊</a:t>
            </a:r>
            <a:r>
              <a:rPr lang="en-US" sz="20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B </a:t>
            </a:r>
            <a:r>
              <a:rPr lang="en-US" sz="2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· </a:t>
            </a:r>
            <a:r>
              <a:rPr lang="en-US" sz="20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ℓ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 </a:t>
            </a:r>
            <a:r>
              <a:rPr lang="en-US" sz="2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/ Σ</a:t>
            </a:r>
            <a:r>
              <a:rPr lang="en-US" sz="20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ℓ</a:t>
            </a:r>
            <a:r>
              <a:rPr lang="en-US" sz="16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j</a:t>
            </a:r>
            <a:r>
              <a:rPr lang="en-US" sz="2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⌋))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815" name="Text 179">
            <a:extLst>
              <a:ext uri="{FF2B5EF4-FFF2-40B4-BE49-F238E27FC236}">
                <a16:creationId xmlns:a16="http://schemas.microsoft.com/office/drawing/2014/main" id="{7CA26C0E-9C8D-41C7-93C5-4C984C5C4319}"/>
              </a:ext>
            </a:extLst>
          </p:cNvPr>
          <p:cNvSpPr/>
          <p:nvPr/>
        </p:nvSpPr>
        <p:spPr>
          <a:xfrm>
            <a:off x="935301" y="38826354"/>
            <a:ext cx="1521519" cy="434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Seg 1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816" name="Shape 180">
            <a:extLst>
              <a:ext uri="{FF2B5EF4-FFF2-40B4-BE49-F238E27FC236}">
                <a16:creationId xmlns:a16="http://schemas.microsoft.com/office/drawing/2014/main" id="{CC8B9E65-08A3-447B-9F5F-0EEF1FC847A9}"/>
              </a:ext>
            </a:extLst>
          </p:cNvPr>
          <p:cNvSpPr/>
          <p:nvPr/>
        </p:nvSpPr>
        <p:spPr>
          <a:xfrm>
            <a:off x="1887802" y="38864454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17" name="Shape 181">
            <a:extLst>
              <a:ext uri="{FF2B5EF4-FFF2-40B4-BE49-F238E27FC236}">
                <a16:creationId xmlns:a16="http://schemas.microsoft.com/office/drawing/2014/main" id="{6BE80E32-4099-4C2F-BEB1-557CF578BC6B}"/>
              </a:ext>
            </a:extLst>
          </p:cNvPr>
          <p:cNvSpPr/>
          <p:nvPr/>
        </p:nvSpPr>
        <p:spPr>
          <a:xfrm>
            <a:off x="2259045" y="38864454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18" name="Shape 182">
            <a:extLst>
              <a:ext uri="{FF2B5EF4-FFF2-40B4-BE49-F238E27FC236}">
                <a16:creationId xmlns:a16="http://schemas.microsoft.com/office/drawing/2014/main" id="{C3E208C5-D728-42ED-96EC-29BFF28E354F}"/>
              </a:ext>
            </a:extLst>
          </p:cNvPr>
          <p:cNvSpPr/>
          <p:nvPr/>
        </p:nvSpPr>
        <p:spPr>
          <a:xfrm>
            <a:off x="2630289" y="38864454"/>
            <a:ext cx="333375" cy="495267"/>
          </a:xfrm>
          <a:prstGeom prst="roundRect">
            <a:avLst>
              <a:gd name="adj" fmla="val 11429"/>
            </a:avLst>
          </a:prstGeom>
          <a:solidFill>
            <a:srgbClr val="B7254A"/>
          </a:solidFill>
          <a:ln/>
        </p:spPr>
      </p:sp>
      <p:sp>
        <p:nvSpPr>
          <p:cNvPr id="819" name="Shape 183">
            <a:extLst>
              <a:ext uri="{FF2B5EF4-FFF2-40B4-BE49-F238E27FC236}">
                <a16:creationId xmlns:a16="http://schemas.microsoft.com/office/drawing/2014/main" id="{738D34D1-5A13-4A52-86E1-2A777AD15ABE}"/>
              </a:ext>
            </a:extLst>
          </p:cNvPr>
          <p:cNvSpPr/>
          <p:nvPr/>
        </p:nvSpPr>
        <p:spPr>
          <a:xfrm>
            <a:off x="3001698" y="38864454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20" name="Shape 184">
            <a:extLst>
              <a:ext uri="{FF2B5EF4-FFF2-40B4-BE49-F238E27FC236}">
                <a16:creationId xmlns:a16="http://schemas.microsoft.com/office/drawing/2014/main" id="{DAE247F3-18AC-4914-AEC1-E4CA01E931C4}"/>
              </a:ext>
            </a:extLst>
          </p:cNvPr>
          <p:cNvSpPr/>
          <p:nvPr/>
        </p:nvSpPr>
        <p:spPr>
          <a:xfrm>
            <a:off x="3372941" y="38864454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21" name="Shape 185">
            <a:extLst>
              <a:ext uri="{FF2B5EF4-FFF2-40B4-BE49-F238E27FC236}">
                <a16:creationId xmlns:a16="http://schemas.microsoft.com/office/drawing/2014/main" id="{A7D06434-D7A2-4FA9-ACC7-D901AF8008D9}"/>
              </a:ext>
            </a:extLst>
          </p:cNvPr>
          <p:cNvSpPr/>
          <p:nvPr/>
        </p:nvSpPr>
        <p:spPr>
          <a:xfrm>
            <a:off x="3744185" y="38864454"/>
            <a:ext cx="333375" cy="495267"/>
          </a:xfrm>
          <a:prstGeom prst="roundRect">
            <a:avLst>
              <a:gd name="adj" fmla="val 11429"/>
            </a:avLst>
          </a:prstGeom>
          <a:solidFill>
            <a:srgbClr val="B7254A"/>
          </a:solidFill>
          <a:ln/>
        </p:spPr>
      </p:sp>
      <p:sp>
        <p:nvSpPr>
          <p:cNvPr id="822" name="Shape 186">
            <a:extLst>
              <a:ext uri="{FF2B5EF4-FFF2-40B4-BE49-F238E27FC236}">
                <a16:creationId xmlns:a16="http://schemas.microsoft.com/office/drawing/2014/main" id="{DFB3CF9B-EA20-4FA7-8884-AE6805085890}"/>
              </a:ext>
            </a:extLst>
          </p:cNvPr>
          <p:cNvSpPr/>
          <p:nvPr/>
        </p:nvSpPr>
        <p:spPr>
          <a:xfrm>
            <a:off x="4115594" y="38864454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23" name="Shape 187">
            <a:extLst>
              <a:ext uri="{FF2B5EF4-FFF2-40B4-BE49-F238E27FC236}">
                <a16:creationId xmlns:a16="http://schemas.microsoft.com/office/drawing/2014/main" id="{34C07F5D-E661-4284-9056-94F0D5C51858}"/>
              </a:ext>
            </a:extLst>
          </p:cNvPr>
          <p:cNvSpPr/>
          <p:nvPr/>
        </p:nvSpPr>
        <p:spPr>
          <a:xfrm>
            <a:off x="4486837" y="38864454"/>
            <a:ext cx="333375" cy="495267"/>
          </a:xfrm>
          <a:prstGeom prst="roundRect">
            <a:avLst>
              <a:gd name="adj" fmla="val 11429"/>
            </a:avLst>
          </a:prstGeom>
          <a:solidFill>
            <a:srgbClr val="B7254A"/>
          </a:solidFill>
          <a:ln/>
        </p:spPr>
      </p:sp>
      <p:sp>
        <p:nvSpPr>
          <p:cNvPr id="824" name="Text 188">
            <a:extLst>
              <a:ext uri="{FF2B5EF4-FFF2-40B4-BE49-F238E27FC236}">
                <a16:creationId xmlns:a16="http://schemas.microsoft.com/office/drawing/2014/main" id="{BEB7F578-DE70-42A4-9DEA-D3F5C8DD4160}"/>
              </a:ext>
            </a:extLst>
          </p:cNvPr>
          <p:cNvSpPr/>
          <p:nvPr/>
        </p:nvSpPr>
        <p:spPr>
          <a:xfrm>
            <a:off x="4915461" y="38826354"/>
            <a:ext cx="1211005" cy="434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q₁ = 8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825" name="Text 189">
            <a:extLst>
              <a:ext uri="{FF2B5EF4-FFF2-40B4-BE49-F238E27FC236}">
                <a16:creationId xmlns:a16="http://schemas.microsoft.com/office/drawing/2014/main" id="{E37C6208-DAFB-4137-A7A8-4317365B6A4C}"/>
              </a:ext>
            </a:extLst>
          </p:cNvPr>
          <p:cNvSpPr/>
          <p:nvPr/>
        </p:nvSpPr>
        <p:spPr>
          <a:xfrm>
            <a:off x="935301" y="39454904"/>
            <a:ext cx="1521519" cy="434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Seg 2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826" name="Shape 190">
            <a:extLst>
              <a:ext uri="{FF2B5EF4-FFF2-40B4-BE49-F238E27FC236}">
                <a16:creationId xmlns:a16="http://schemas.microsoft.com/office/drawing/2014/main" id="{E7414445-3283-4402-A8DD-AA6DA65CCE1A}"/>
              </a:ext>
            </a:extLst>
          </p:cNvPr>
          <p:cNvSpPr/>
          <p:nvPr/>
        </p:nvSpPr>
        <p:spPr>
          <a:xfrm>
            <a:off x="1887802" y="39493005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27" name="Shape 191">
            <a:extLst>
              <a:ext uri="{FF2B5EF4-FFF2-40B4-BE49-F238E27FC236}">
                <a16:creationId xmlns:a16="http://schemas.microsoft.com/office/drawing/2014/main" id="{E5F759D5-6D4C-4551-BFEA-624ABF3FD883}"/>
              </a:ext>
            </a:extLst>
          </p:cNvPr>
          <p:cNvSpPr/>
          <p:nvPr/>
        </p:nvSpPr>
        <p:spPr>
          <a:xfrm>
            <a:off x="2259045" y="39493005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28" name="Shape 192">
            <a:extLst>
              <a:ext uri="{FF2B5EF4-FFF2-40B4-BE49-F238E27FC236}">
                <a16:creationId xmlns:a16="http://schemas.microsoft.com/office/drawing/2014/main" id="{C42299F4-DDB0-4EBF-A147-683111896B60}"/>
              </a:ext>
            </a:extLst>
          </p:cNvPr>
          <p:cNvSpPr/>
          <p:nvPr/>
        </p:nvSpPr>
        <p:spPr>
          <a:xfrm>
            <a:off x="2630289" y="39493005"/>
            <a:ext cx="333375" cy="495267"/>
          </a:xfrm>
          <a:prstGeom prst="roundRect">
            <a:avLst>
              <a:gd name="adj" fmla="val 11429"/>
            </a:avLst>
          </a:prstGeom>
          <a:solidFill>
            <a:srgbClr val="B7254A"/>
          </a:solidFill>
          <a:ln/>
        </p:spPr>
      </p:sp>
      <p:sp>
        <p:nvSpPr>
          <p:cNvPr id="829" name="Shape 193">
            <a:extLst>
              <a:ext uri="{FF2B5EF4-FFF2-40B4-BE49-F238E27FC236}">
                <a16:creationId xmlns:a16="http://schemas.microsoft.com/office/drawing/2014/main" id="{FF212C5A-09A4-4B06-8260-BD2A0E011573}"/>
              </a:ext>
            </a:extLst>
          </p:cNvPr>
          <p:cNvSpPr/>
          <p:nvPr/>
        </p:nvSpPr>
        <p:spPr>
          <a:xfrm>
            <a:off x="3001698" y="39493005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30" name="Shape 194">
            <a:extLst>
              <a:ext uri="{FF2B5EF4-FFF2-40B4-BE49-F238E27FC236}">
                <a16:creationId xmlns:a16="http://schemas.microsoft.com/office/drawing/2014/main" id="{AF975496-9062-4533-83AA-A6091E11D72A}"/>
              </a:ext>
            </a:extLst>
          </p:cNvPr>
          <p:cNvSpPr/>
          <p:nvPr/>
        </p:nvSpPr>
        <p:spPr>
          <a:xfrm>
            <a:off x="3372941" y="39493005"/>
            <a:ext cx="333210" cy="495267"/>
          </a:xfrm>
          <a:prstGeom prst="roundRect">
            <a:avLst>
              <a:gd name="adj" fmla="val 11434"/>
            </a:avLst>
          </a:prstGeom>
          <a:solidFill>
            <a:srgbClr val="B7254A"/>
          </a:solidFill>
          <a:ln/>
        </p:spPr>
      </p:sp>
      <p:sp>
        <p:nvSpPr>
          <p:cNvPr id="831" name="Shape 195">
            <a:extLst>
              <a:ext uri="{FF2B5EF4-FFF2-40B4-BE49-F238E27FC236}">
                <a16:creationId xmlns:a16="http://schemas.microsoft.com/office/drawing/2014/main" id="{DFD9370B-768E-4F17-8CE5-66CA482E3AB6}"/>
              </a:ext>
            </a:extLst>
          </p:cNvPr>
          <p:cNvSpPr/>
          <p:nvPr/>
        </p:nvSpPr>
        <p:spPr>
          <a:xfrm>
            <a:off x="3744185" y="39493005"/>
            <a:ext cx="333375" cy="495267"/>
          </a:xfrm>
          <a:prstGeom prst="roundRect">
            <a:avLst>
              <a:gd name="adj" fmla="val 8571"/>
            </a:avLst>
          </a:prstGeom>
          <a:ln w="10583">
            <a:solidFill>
              <a:srgbClr val="EFCAD4"/>
            </a:solidFill>
            <a:prstDash val="dash"/>
          </a:ln>
        </p:spPr>
      </p:sp>
      <p:sp>
        <p:nvSpPr>
          <p:cNvPr id="832" name="Shape 196">
            <a:extLst>
              <a:ext uri="{FF2B5EF4-FFF2-40B4-BE49-F238E27FC236}">
                <a16:creationId xmlns:a16="http://schemas.microsoft.com/office/drawing/2014/main" id="{0F39CD69-F766-429F-96CD-248D33F77BFC}"/>
              </a:ext>
            </a:extLst>
          </p:cNvPr>
          <p:cNvSpPr/>
          <p:nvPr/>
        </p:nvSpPr>
        <p:spPr>
          <a:xfrm>
            <a:off x="4115594" y="39493005"/>
            <a:ext cx="333210" cy="495267"/>
          </a:xfrm>
          <a:prstGeom prst="roundRect">
            <a:avLst>
              <a:gd name="adj" fmla="val 8576"/>
            </a:avLst>
          </a:prstGeom>
          <a:ln w="10583">
            <a:solidFill>
              <a:srgbClr val="EFCAD4"/>
            </a:solidFill>
            <a:prstDash val="dash"/>
          </a:ln>
        </p:spPr>
      </p:sp>
      <p:sp>
        <p:nvSpPr>
          <p:cNvPr id="833" name="Shape 197">
            <a:extLst>
              <a:ext uri="{FF2B5EF4-FFF2-40B4-BE49-F238E27FC236}">
                <a16:creationId xmlns:a16="http://schemas.microsoft.com/office/drawing/2014/main" id="{34D7148B-1D69-472A-87ED-8A571E357F67}"/>
              </a:ext>
            </a:extLst>
          </p:cNvPr>
          <p:cNvSpPr/>
          <p:nvPr/>
        </p:nvSpPr>
        <p:spPr>
          <a:xfrm>
            <a:off x="4486837" y="39493005"/>
            <a:ext cx="333375" cy="495267"/>
          </a:xfrm>
          <a:prstGeom prst="roundRect">
            <a:avLst>
              <a:gd name="adj" fmla="val 8571"/>
            </a:avLst>
          </a:prstGeom>
          <a:ln w="10583">
            <a:solidFill>
              <a:srgbClr val="EFCAD4"/>
            </a:solidFill>
            <a:prstDash val="dash"/>
          </a:ln>
        </p:spPr>
      </p:sp>
      <p:sp>
        <p:nvSpPr>
          <p:cNvPr id="834" name="Text 198">
            <a:extLst>
              <a:ext uri="{FF2B5EF4-FFF2-40B4-BE49-F238E27FC236}">
                <a16:creationId xmlns:a16="http://schemas.microsoft.com/office/drawing/2014/main" id="{1381799B-CEB6-4E4D-9732-6E6E4CB53D10}"/>
              </a:ext>
            </a:extLst>
          </p:cNvPr>
          <p:cNvSpPr/>
          <p:nvPr/>
        </p:nvSpPr>
        <p:spPr>
          <a:xfrm>
            <a:off x="4915461" y="39454904"/>
            <a:ext cx="1211005" cy="4348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q₂ = 5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835" name="Text 199">
            <a:extLst>
              <a:ext uri="{FF2B5EF4-FFF2-40B4-BE49-F238E27FC236}">
                <a16:creationId xmlns:a16="http://schemas.microsoft.com/office/drawing/2014/main" id="{F24318FE-18CE-4737-9239-3C5BB17A4ED4}"/>
              </a:ext>
            </a:extLst>
          </p:cNvPr>
          <p:cNvSpPr/>
          <p:nvPr/>
        </p:nvSpPr>
        <p:spPr>
          <a:xfrm>
            <a:off x="935302" y="40206057"/>
            <a:ext cx="4531146" cy="7329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B = 16 frames total · q</a:t>
            </a:r>
            <a:r>
              <a:rPr lang="en-US" sz="1600" baseline="-40000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max </a:t>
            </a:r>
            <a:r>
              <a:rPr lang="en-US" sz="2000" dirty="0">
                <a:solidFill>
                  <a:srgbClr val="65758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= 8 per segment (illustrative split)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836" name="Shape 200">
            <a:extLst>
              <a:ext uri="{FF2B5EF4-FFF2-40B4-BE49-F238E27FC236}">
                <a16:creationId xmlns:a16="http://schemas.microsoft.com/office/drawing/2014/main" id="{B77C9823-C079-4BD9-ACCB-2E3B1B32A1ED}"/>
              </a:ext>
            </a:extLst>
          </p:cNvPr>
          <p:cNvSpPr/>
          <p:nvPr/>
        </p:nvSpPr>
        <p:spPr>
          <a:xfrm>
            <a:off x="935302" y="41015187"/>
            <a:ext cx="4646910" cy="640292"/>
          </a:xfrm>
          <a:prstGeom prst="roundRect">
            <a:avLst>
              <a:gd name="adj" fmla="val 11901"/>
            </a:avLst>
          </a:prstGeom>
          <a:solidFill>
            <a:srgbClr val="FCECF1"/>
          </a:solidFill>
          <a:ln/>
        </p:spPr>
      </p:sp>
      <p:sp>
        <p:nvSpPr>
          <p:cNvPr id="837" name="Text 201">
            <a:extLst>
              <a:ext uri="{FF2B5EF4-FFF2-40B4-BE49-F238E27FC236}">
                <a16:creationId xmlns:a16="http://schemas.microsoft.com/office/drawing/2014/main" id="{466BAD5D-5937-45E2-8972-C9D4FBCEB5C2}"/>
              </a:ext>
            </a:extLst>
          </p:cNvPr>
          <p:cNvSpPr/>
          <p:nvPr/>
        </p:nvSpPr>
        <p:spPr>
          <a:xfrm>
            <a:off x="1049602" y="41091387"/>
            <a:ext cx="4557718" cy="525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sz="1600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Longer events get more evidence; short ones stay compact — all under one fixed VLM budget.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838" name="Text 202">
            <a:extLst>
              <a:ext uri="{FF2B5EF4-FFF2-40B4-BE49-F238E27FC236}">
                <a16:creationId xmlns:a16="http://schemas.microsoft.com/office/drawing/2014/main" id="{438865C0-C6D0-49D6-90D6-D8DF29DA3CB7}"/>
              </a:ext>
            </a:extLst>
          </p:cNvPr>
          <p:cNvSpPr/>
          <p:nvPr/>
        </p:nvSpPr>
        <p:spPr>
          <a:xfrm>
            <a:off x="5726013" y="33393697"/>
            <a:ext cx="399984" cy="8462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>
              <a:latin typeface="Sentient" pitchFamily="50" charset="0"/>
            </a:endParaRPr>
          </a:p>
        </p:txBody>
      </p:sp>
      <p:sp>
        <p:nvSpPr>
          <p:cNvPr id="839" name="Shape 203">
            <a:extLst>
              <a:ext uri="{FF2B5EF4-FFF2-40B4-BE49-F238E27FC236}">
                <a16:creationId xmlns:a16="http://schemas.microsoft.com/office/drawing/2014/main" id="{9B632548-F7E5-46BF-A091-12811DB6C674}"/>
              </a:ext>
            </a:extLst>
          </p:cNvPr>
          <p:cNvSpPr/>
          <p:nvPr/>
        </p:nvSpPr>
        <p:spPr>
          <a:xfrm>
            <a:off x="6087897" y="33393697"/>
            <a:ext cx="6681060" cy="8424664"/>
          </a:xfrm>
          <a:prstGeom prst="roundRect">
            <a:avLst>
              <a:gd name="adj" fmla="val 1996"/>
            </a:avLst>
          </a:prstGeom>
          <a:solidFill>
            <a:srgbClr val="FFFFFF"/>
          </a:solidFill>
          <a:ln w="10583">
            <a:solidFill>
              <a:srgbClr val="EFCAD4"/>
            </a:solidFill>
            <a:prstDash val="solid"/>
          </a:ln>
        </p:spPr>
      </p:sp>
      <p:sp>
        <p:nvSpPr>
          <p:cNvPr id="840" name="Text 204">
            <a:extLst>
              <a:ext uri="{FF2B5EF4-FFF2-40B4-BE49-F238E27FC236}">
                <a16:creationId xmlns:a16="http://schemas.microsoft.com/office/drawing/2014/main" id="{E41596EC-08FD-42DB-8010-F90DC7083A4C}"/>
              </a:ext>
            </a:extLst>
          </p:cNvPr>
          <p:cNvSpPr/>
          <p:nvPr/>
        </p:nvSpPr>
        <p:spPr>
          <a:xfrm>
            <a:off x="6269798" y="33540539"/>
            <a:ext cx="6948984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C3 </a:t>
            </a:r>
            <a:r>
              <a:rPr lang="en-US" sz="20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Density-preserving sampling</a:t>
            </a:r>
            <a:endParaRPr lang="en-US" sz="2000" dirty="0">
              <a:latin typeface="Sentient" pitchFamily="50" charset="0"/>
            </a:endParaRPr>
          </a:p>
        </p:txBody>
      </p:sp>
      <p:sp>
        <p:nvSpPr>
          <p:cNvPr id="841" name="Text 205">
            <a:extLst>
              <a:ext uri="{FF2B5EF4-FFF2-40B4-BE49-F238E27FC236}">
                <a16:creationId xmlns:a16="http://schemas.microsoft.com/office/drawing/2014/main" id="{E4E147BF-BF60-4F0D-9629-D79EC7A68621}"/>
              </a:ext>
            </a:extLst>
          </p:cNvPr>
          <p:cNvSpPr/>
          <p:nvPr/>
        </p:nvSpPr>
        <p:spPr>
          <a:xfrm>
            <a:off x="6269798" y="33888800"/>
            <a:ext cx="6506776" cy="402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p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i 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=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i 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/ Σ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j</a:t>
            </a:r>
            <a:r>
              <a:rPr lang="en-US" sz="14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∈[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i</a:t>
            </a:r>
            <a:r>
              <a:rPr lang="en-US" sz="105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</a:t>
            </a:r>
            <a:r>
              <a:rPr lang="en-US" sz="14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i</a:t>
            </a:r>
            <a:r>
              <a:rPr lang="en-US" sz="105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e</a:t>
            </a:r>
            <a:r>
              <a:rPr lang="en-US" sz="1400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]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j 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,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I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k 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∼ Sample(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q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k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;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p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) , ★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t</a:t>
            </a:r>
            <a:r>
              <a:rPr lang="en-US" sz="24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* = argmax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s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842" name="Shape 206">
            <a:extLst>
              <a:ext uri="{FF2B5EF4-FFF2-40B4-BE49-F238E27FC236}">
                <a16:creationId xmlns:a16="http://schemas.microsoft.com/office/drawing/2014/main" id="{70B01B4F-4557-4A1D-BCE3-6E7876F579E5}"/>
              </a:ext>
            </a:extLst>
          </p:cNvPr>
          <p:cNvSpPr/>
          <p:nvPr/>
        </p:nvSpPr>
        <p:spPr>
          <a:xfrm>
            <a:off x="6269798" y="34367861"/>
            <a:ext cx="6317258" cy="5672832"/>
          </a:xfrm>
          <a:prstGeom prst="roundRect">
            <a:avLst>
              <a:gd name="adj" fmla="val 1343"/>
            </a:avLst>
          </a:prstGeom>
          <a:solidFill>
            <a:srgbClr val="FDEBF0"/>
          </a:solidFill>
          <a:ln/>
        </p:spPr>
      </p:sp>
      <p:pic>
        <p:nvPicPr>
          <p:cNvPr id="843" name="Image 6" descr="preencoded.png">
            <a:extLst>
              <a:ext uri="{FF2B5EF4-FFF2-40B4-BE49-F238E27FC236}">
                <a16:creationId xmlns:a16="http://schemas.microsoft.com/office/drawing/2014/main" id="{57F3E5C0-818D-458F-A750-D6F5C3856AD2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269798" y="34424911"/>
            <a:ext cx="6317258" cy="5558400"/>
          </a:xfrm>
          <a:prstGeom prst="rect">
            <a:avLst/>
          </a:prstGeom>
        </p:spPr>
      </p:pic>
      <p:sp>
        <p:nvSpPr>
          <p:cNvPr id="844" name="Shape 207">
            <a:extLst>
              <a:ext uri="{FF2B5EF4-FFF2-40B4-BE49-F238E27FC236}">
                <a16:creationId xmlns:a16="http://schemas.microsoft.com/office/drawing/2014/main" id="{153537E9-7DCF-4EBF-A099-C648F3B0C991}"/>
              </a:ext>
            </a:extLst>
          </p:cNvPr>
          <p:cNvSpPr/>
          <p:nvPr/>
        </p:nvSpPr>
        <p:spPr>
          <a:xfrm>
            <a:off x="6269798" y="40154960"/>
            <a:ext cx="2054986" cy="860227"/>
          </a:xfrm>
          <a:prstGeom prst="roundRect">
            <a:avLst>
              <a:gd name="adj" fmla="val 8858"/>
            </a:avLst>
          </a:prstGeom>
          <a:solidFill>
            <a:srgbClr val="FCECF1"/>
          </a:solidFill>
          <a:ln/>
        </p:spPr>
      </p:sp>
      <p:sp>
        <p:nvSpPr>
          <p:cNvPr id="845" name="Text 208">
            <a:extLst>
              <a:ext uri="{FF2B5EF4-FFF2-40B4-BE49-F238E27FC236}">
                <a16:creationId xmlns:a16="http://schemas.microsoft.com/office/drawing/2014/main" id="{E70698AB-6F9F-4B98-A787-E70A79D226F5}"/>
              </a:ext>
            </a:extLst>
          </p:cNvPr>
          <p:cNvSpPr/>
          <p:nvPr/>
        </p:nvSpPr>
        <p:spPr>
          <a:xfrm>
            <a:off x="6355407" y="40307344"/>
            <a:ext cx="1940686" cy="745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6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① Budget </a:t>
            </a:r>
            <a:r>
              <a:rPr lang="en-US" sz="1600" dirty="0">
                <a:solidFill>
                  <a:srgbClr val="4C5B6B"/>
                </a:solidFill>
                <a:highlight>
                  <a:srgbClr val="FCECF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q</a:t>
            </a:r>
            <a:r>
              <a:rPr lang="en-US" sz="1600" baseline="-400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k </a:t>
            </a:r>
            <a:r>
              <a:rPr lang="en-US" sz="1600" dirty="0">
                <a:solidFill>
                  <a:srgbClr val="4C5B6B"/>
                </a:solidFill>
                <a:highlight>
                  <a:srgbClr val="FCECF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frames from C2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846" name="Shape 209">
            <a:extLst>
              <a:ext uri="{FF2B5EF4-FFF2-40B4-BE49-F238E27FC236}">
                <a16:creationId xmlns:a16="http://schemas.microsoft.com/office/drawing/2014/main" id="{4E174736-FA59-474B-B798-37105B097A38}"/>
              </a:ext>
            </a:extLst>
          </p:cNvPr>
          <p:cNvSpPr/>
          <p:nvPr/>
        </p:nvSpPr>
        <p:spPr>
          <a:xfrm>
            <a:off x="8400852" y="40154960"/>
            <a:ext cx="2054986" cy="860227"/>
          </a:xfrm>
          <a:prstGeom prst="roundRect">
            <a:avLst>
              <a:gd name="adj" fmla="val 8858"/>
            </a:avLst>
          </a:prstGeom>
          <a:solidFill>
            <a:srgbClr val="FCECF1"/>
          </a:solidFill>
          <a:ln/>
        </p:spPr>
      </p:sp>
      <p:sp>
        <p:nvSpPr>
          <p:cNvPr id="847" name="Text 210">
            <a:extLst>
              <a:ext uri="{FF2B5EF4-FFF2-40B4-BE49-F238E27FC236}">
                <a16:creationId xmlns:a16="http://schemas.microsoft.com/office/drawing/2014/main" id="{712512B1-A101-431F-8A43-FE9CABEEB5CA}"/>
              </a:ext>
            </a:extLst>
          </p:cNvPr>
          <p:cNvSpPr/>
          <p:nvPr/>
        </p:nvSpPr>
        <p:spPr>
          <a:xfrm>
            <a:off x="8496102" y="40231160"/>
            <a:ext cx="1959736" cy="1057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6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② Score-aware </a:t>
            </a:r>
            <a:r>
              <a:rPr lang="en-US" sz="1600" dirty="0">
                <a:solidFill>
                  <a:srgbClr val="4C5B6B"/>
                </a:solidFill>
                <a:highlight>
                  <a:srgbClr val="FCECF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high s</a:t>
            </a:r>
            <a:r>
              <a:rPr lang="en-US" sz="1600" baseline="-400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i </a:t>
            </a:r>
            <a:r>
              <a:rPr lang="en-US" sz="1600" dirty="0">
                <a:solidFill>
                  <a:srgbClr val="4C5B6B"/>
                </a:solidFill>
                <a:highlight>
                  <a:srgbClr val="FCECF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→ drawn more often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848" name="Shape 211">
            <a:extLst>
              <a:ext uri="{FF2B5EF4-FFF2-40B4-BE49-F238E27FC236}">
                <a16:creationId xmlns:a16="http://schemas.microsoft.com/office/drawing/2014/main" id="{ED4CB700-9326-43EC-9797-014B3A979AB7}"/>
              </a:ext>
            </a:extLst>
          </p:cNvPr>
          <p:cNvSpPr/>
          <p:nvPr/>
        </p:nvSpPr>
        <p:spPr>
          <a:xfrm>
            <a:off x="10531905" y="40154960"/>
            <a:ext cx="2054986" cy="860227"/>
          </a:xfrm>
          <a:prstGeom prst="roundRect">
            <a:avLst>
              <a:gd name="adj" fmla="val 8858"/>
            </a:avLst>
          </a:prstGeom>
          <a:solidFill>
            <a:srgbClr val="FCECF1"/>
          </a:solidFill>
          <a:ln/>
        </p:spPr>
      </p:sp>
      <p:sp>
        <p:nvSpPr>
          <p:cNvPr id="849" name="Text 212">
            <a:extLst>
              <a:ext uri="{FF2B5EF4-FFF2-40B4-BE49-F238E27FC236}">
                <a16:creationId xmlns:a16="http://schemas.microsoft.com/office/drawing/2014/main" id="{B253E041-E927-4519-BB93-5E4A563BD28F}"/>
              </a:ext>
            </a:extLst>
          </p:cNvPr>
          <p:cNvSpPr/>
          <p:nvPr/>
        </p:nvSpPr>
        <p:spPr>
          <a:xfrm>
            <a:off x="10598432" y="40307344"/>
            <a:ext cx="1940686" cy="7459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5300"/>
              </a:lnSpc>
              <a:buNone/>
            </a:pPr>
            <a:r>
              <a:rPr lang="en-US" sz="16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③ Peak kept </a:t>
            </a:r>
            <a:r>
              <a:rPr lang="en-US" sz="1600" dirty="0">
                <a:solidFill>
                  <a:srgbClr val="4C5B6B"/>
                </a:solidFill>
                <a:highlight>
                  <a:srgbClr val="FCECF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closest pick → t*</a:t>
            </a:r>
            <a:endParaRPr lang="en-US" sz="1600" dirty="0">
              <a:latin typeface="Sentient" pitchFamily="50" charset="0"/>
            </a:endParaRPr>
          </a:p>
        </p:txBody>
      </p:sp>
      <p:sp>
        <p:nvSpPr>
          <p:cNvPr id="850" name="Text 213">
            <a:extLst>
              <a:ext uri="{FF2B5EF4-FFF2-40B4-BE49-F238E27FC236}">
                <a16:creationId xmlns:a16="http://schemas.microsoft.com/office/drawing/2014/main" id="{70228044-8E87-440B-8F09-6958B6CE937C}"/>
              </a:ext>
            </a:extLst>
          </p:cNvPr>
          <p:cNvSpPr/>
          <p:nvPr/>
        </p:nvSpPr>
        <p:spPr>
          <a:xfrm>
            <a:off x="6269798" y="41129454"/>
            <a:ext cx="6506776" cy="564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9929"/>
              </a:lnSpc>
              <a:buNone/>
            </a:pPr>
            <a:r>
              <a:rPr lang="en-US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Keeps high-confidence cues </a:t>
            </a:r>
            <a:r>
              <a:rPr lang="en-US" b="1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their surrounding temporal context as a short sequential clip Ṽ </a:t>
            </a:r>
            <a:r>
              <a:rPr lang="en-US" sz="1400" baseline="-40000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k </a:t>
            </a:r>
            <a:r>
              <a:rPr lang="en-US" dirty="0">
                <a:solidFill>
                  <a:srgbClr val="4C5B6B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for the VLM.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851" name="Text 214">
            <a:extLst>
              <a:ext uri="{FF2B5EF4-FFF2-40B4-BE49-F238E27FC236}">
                <a16:creationId xmlns:a16="http://schemas.microsoft.com/office/drawing/2014/main" id="{9E128E93-0FEF-439F-9FED-EAF88D4D17DF}"/>
              </a:ext>
            </a:extLst>
          </p:cNvPr>
          <p:cNvSpPr/>
          <p:nvPr/>
        </p:nvSpPr>
        <p:spPr>
          <a:xfrm>
            <a:off x="12730858" y="33393697"/>
            <a:ext cx="399984" cy="84627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→</a:t>
            </a:r>
            <a:endParaRPr lang="en-US" sz="2250" dirty="0">
              <a:latin typeface="Sentient" pitchFamily="50" charset="0"/>
            </a:endParaRPr>
          </a:p>
        </p:txBody>
      </p:sp>
      <p:sp>
        <p:nvSpPr>
          <p:cNvPr id="852" name="Shape 215">
            <a:extLst>
              <a:ext uri="{FF2B5EF4-FFF2-40B4-BE49-F238E27FC236}">
                <a16:creationId xmlns:a16="http://schemas.microsoft.com/office/drawing/2014/main" id="{E6DB9E8B-5279-408D-A112-A293D9D8B75D}"/>
              </a:ext>
            </a:extLst>
          </p:cNvPr>
          <p:cNvSpPr/>
          <p:nvPr/>
        </p:nvSpPr>
        <p:spPr>
          <a:xfrm>
            <a:off x="13092740" y="32304380"/>
            <a:ext cx="10030117" cy="9513981"/>
          </a:xfrm>
          <a:prstGeom prst="roundRect">
            <a:avLst>
              <a:gd name="adj" fmla="val 1597"/>
            </a:avLst>
          </a:prstGeom>
          <a:solidFill>
            <a:srgbClr val="FCECF1"/>
          </a:solidFill>
          <a:ln w="10583">
            <a:solidFill>
              <a:srgbClr val="EFCAD4"/>
            </a:solidFill>
            <a:prstDash val="solid"/>
          </a:ln>
        </p:spPr>
      </p:sp>
      <p:sp>
        <p:nvSpPr>
          <p:cNvPr id="853" name="Shape 216">
            <a:extLst>
              <a:ext uri="{FF2B5EF4-FFF2-40B4-BE49-F238E27FC236}">
                <a16:creationId xmlns:a16="http://schemas.microsoft.com/office/drawing/2014/main" id="{5B51F179-0D6A-44FD-9E75-21B12C50EDB2}"/>
              </a:ext>
            </a:extLst>
          </p:cNvPr>
          <p:cNvSpPr/>
          <p:nvPr/>
        </p:nvSpPr>
        <p:spPr>
          <a:xfrm>
            <a:off x="13274642" y="32672293"/>
            <a:ext cx="437885" cy="437885"/>
          </a:xfrm>
          <a:prstGeom prst="roundRect">
            <a:avLst>
              <a:gd name="adj" fmla="val 17402"/>
            </a:avLst>
          </a:prstGeom>
          <a:solidFill>
            <a:srgbClr val="FFFFFF"/>
          </a:solidFill>
          <a:ln/>
        </p:spPr>
      </p:sp>
      <p:pic>
        <p:nvPicPr>
          <p:cNvPr id="854" name="Image 7" descr="preencoded.png">
            <a:extLst>
              <a:ext uri="{FF2B5EF4-FFF2-40B4-BE49-F238E27FC236}">
                <a16:creationId xmlns:a16="http://schemas.microsoft.com/office/drawing/2014/main" id="{784F0974-3274-4D54-A62A-71817507102C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13274642" y="32656515"/>
            <a:ext cx="437885" cy="437885"/>
          </a:xfrm>
          <a:prstGeom prst="rect">
            <a:avLst/>
          </a:prstGeom>
        </p:spPr>
      </p:pic>
      <p:sp>
        <p:nvSpPr>
          <p:cNvPr id="855" name="Text 217">
            <a:extLst>
              <a:ext uri="{FF2B5EF4-FFF2-40B4-BE49-F238E27FC236}">
                <a16:creationId xmlns:a16="http://schemas.microsoft.com/office/drawing/2014/main" id="{3F108E68-49DF-4AD7-9386-D0AEE5AD453A}"/>
              </a:ext>
            </a:extLst>
          </p:cNvPr>
          <p:cNvSpPr/>
          <p:nvPr/>
        </p:nvSpPr>
        <p:spPr>
          <a:xfrm>
            <a:off x="13826795" y="32707779"/>
            <a:ext cx="3842114" cy="373294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C4 </a:t>
            </a:r>
            <a:r>
              <a:rPr lang="en-US" sz="240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Qwen2.5-VL-32B on clip </a:t>
            </a:r>
            <a:r>
              <a:rPr lang="en-US" sz="2400" i="1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Ṽ</a:t>
            </a:r>
            <a:r>
              <a:rPr lang="en-US" sz="1400" i="1" baseline="-40000" dirty="0">
                <a:solidFill>
                  <a:srgbClr val="182A3C"/>
                </a:solidFill>
                <a:latin typeface="Sentient" pitchFamily="50" charset="0"/>
                <a:ea typeface="STIX Two Text" pitchFamily="34" charset="-122"/>
                <a:cs typeface="STIX Two Text" pitchFamily="34" charset="-120"/>
              </a:rPr>
              <a:t>m</a:t>
            </a:r>
            <a:endParaRPr lang="en-US" sz="2400" dirty="0">
              <a:latin typeface="Sentient" pitchFamily="50" charset="0"/>
            </a:endParaRPr>
          </a:p>
        </p:txBody>
      </p:sp>
      <p:sp>
        <p:nvSpPr>
          <p:cNvPr id="864" name="Shape 226">
            <a:extLst>
              <a:ext uri="{FF2B5EF4-FFF2-40B4-BE49-F238E27FC236}">
                <a16:creationId xmlns:a16="http://schemas.microsoft.com/office/drawing/2014/main" id="{218AC199-37A9-43E4-99F3-1B438D827013}"/>
              </a:ext>
            </a:extLst>
          </p:cNvPr>
          <p:cNvSpPr/>
          <p:nvPr/>
        </p:nvSpPr>
        <p:spPr>
          <a:xfrm>
            <a:off x="13305618" y="33644374"/>
            <a:ext cx="9707998" cy="8105605"/>
          </a:xfrm>
          <a:prstGeom prst="roundRect">
            <a:avLst>
              <a:gd name="adj" fmla="val 1591"/>
            </a:avLst>
          </a:prstGeom>
          <a:solidFill>
            <a:srgbClr val="FFFFFF"/>
          </a:solidFill>
          <a:ln w="10583">
            <a:solidFill>
              <a:srgbClr val="EFCAD4"/>
            </a:solidFill>
            <a:prstDash val="solid"/>
          </a:ln>
        </p:spPr>
      </p:sp>
      <p:sp>
        <p:nvSpPr>
          <p:cNvPr id="865" name="Text 227">
            <a:extLst>
              <a:ext uri="{FF2B5EF4-FFF2-40B4-BE49-F238E27FC236}">
                <a16:creationId xmlns:a16="http://schemas.microsoft.com/office/drawing/2014/main" id="{CD452DDA-DF03-4C88-B466-7A14F5D4F7D7}"/>
              </a:ext>
            </a:extLst>
          </p:cNvPr>
          <p:cNvSpPr/>
          <p:nvPr/>
        </p:nvSpPr>
        <p:spPr>
          <a:xfrm>
            <a:off x="13503589" y="33804833"/>
            <a:ext cx="10243263" cy="2667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kern="0" spc="102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EXAMPLE 1 · XD-VIOLENCE</a:t>
            </a:r>
            <a:endParaRPr lang="en-US" sz="1275" dirty="0">
              <a:latin typeface="Sentient" pitchFamily="50" charset="0"/>
            </a:endParaRPr>
          </a:p>
        </p:txBody>
      </p:sp>
      <p:sp>
        <p:nvSpPr>
          <p:cNvPr id="866" name="Text 228">
            <a:extLst>
              <a:ext uri="{FF2B5EF4-FFF2-40B4-BE49-F238E27FC236}">
                <a16:creationId xmlns:a16="http://schemas.microsoft.com/office/drawing/2014/main" id="{E899516E-D3AB-4B68-8CF1-9677485D6093}"/>
              </a:ext>
            </a:extLst>
          </p:cNvPr>
          <p:cNvSpPr/>
          <p:nvPr/>
        </p:nvSpPr>
        <p:spPr>
          <a:xfrm>
            <a:off x="13503589" y="34050316"/>
            <a:ext cx="10243263" cy="325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Casino Royale (2006) · 2 segments · peak 0.93</a:t>
            </a:r>
            <a:endParaRPr lang="en-US" sz="1650" dirty="0">
              <a:latin typeface="Sentient" pitchFamily="50" charset="0"/>
            </a:endParaRPr>
          </a:p>
        </p:txBody>
      </p:sp>
      <p:sp>
        <p:nvSpPr>
          <p:cNvPr id="867" name="Shape 229">
            <a:extLst>
              <a:ext uri="{FF2B5EF4-FFF2-40B4-BE49-F238E27FC236}">
                <a16:creationId xmlns:a16="http://schemas.microsoft.com/office/drawing/2014/main" id="{1DB937D7-B0F7-417E-810B-E079F390552C}"/>
              </a:ext>
            </a:extLst>
          </p:cNvPr>
          <p:cNvSpPr/>
          <p:nvPr/>
        </p:nvSpPr>
        <p:spPr>
          <a:xfrm>
            <a:off x="13503589" y="34439841"/>
            <a:ext cx="9312057" cy="3611968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</p:spPr>
      </p:sp>
      <p:pic>
        <p:nvPicPr>
          <p:cNvPr id="868" name="Image 8" descr="preencoded.png">
            <a:extLst>
              <a:ext uri="{FF2B5EF4-FFF2-40B4-BE49-F238E27FC236}">
                <a16:creationId xmlns:a16="http://schemas.microsoft.com/office/drawing/2014/main" id="{F41E575E-8012-43C3-9DAB-C24C366AC193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130841" y="34341677"/>
            <a:ext cx="9992015" cy="4180308"/>
          </a:xfrm>
          <a:prstGeom prst="rect">
            <a:avLst/>
          </a:prstGeom>
        </p:spPr>
      </p:pic>
      <p:sp>
        <p:nvSpPr>
          <p:cNvPr id="869" name="Shape 230">
            <a:extLst>
              <a:ext uri="{FF2B5EF4-FFF2-40B4-BE49-F238E27FC236}">
                <a16:creationId xmlns:a16="http://schemas.microsoft.com/office/drawing/2014/main" id="{02623FEB-4DF9-4FF7-9986-A56A39827960}"/>
              </a:ext>
            </a:extLst>
          </p:cNvPr>
          <p:cNvSpPr/>
          <p:nvPr/>
        </p:nvSpPr>
        <p:spPr>
          <a:xfrm>
            <a:off x="13460047" y="38537568"/>
            <a:ext cx="9510027" cy="3212411"/>
          </a:xfrm>
          <a:prstGeom prst="roundRect">
            <a:avLst>
              <a:gd name="adj" fmla="val 3184"/>
            </a:avLst>
          </a:prstGeom>
          <a:solidFill>
            <a:srgbClr val="F8FAFC"/>
          </a:solidFill>
          <a:ln w="10583">
            <a:solidFill>
              <a:srgbClr val="D9E2E9"/>
            </a:solidFill>
            <a:prstDash val="solid"/>
          </a:ln>
        </p:spPr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FC7DF24-C35A-4E00-B3C9-2200BC505CA2}"/>
              </a:ext>
            </a:extLst>
          </p:cNvPr>
          <p:cNvGrpSpPr/>
          <p:nvPr/>
        </p:nvGrpSpPr>
        <p:grpSpPr>
          <a:xfrm>
            <a:off x="13678446" y="38676817"/>
            <a:ext cx="4663777" cy="271376"/>
            <a:chOff x="13678446" y="38297293"/>
            <a:chExt cx="4663777" cy="271376"/>
          </a:xfrm>
        </p:grpSpPr>
        <p:pic>
          <p:nvPicPr>
            <p:cNvPr id="870" name="Image 9" descr="preencoded.png">
              <a:extLst>
                <a:ext uri="{FF2B5EF4-FFF2-40B4-BE49-F238E27FC236}">
                  <a16:creationId xmlns:a16="http://schemas.microsoft.com/office/drawing/2014/main" id="{FF33671F-507D-47E3-914C-10A266A6B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/>
            <a:stretch/>
          </p:blipFill>
          <p:spPr>
            <a:xfrm>
              <a:off x="13678446" y="38297293"/>
              <a:ext cx="254649" cy="233679"/>
            </a:xfrm>
            <a:prstGeom prst="rect">
              <a:avLst/>
            </a:prstGeom>
          </p:spPr>
        </p:pic>
        <p:sp>
          <p:nvSpPr>
            <p:cNvPr id="871" name="Text 231">
              <a:extLst>
                <a:ext uri="{FF2B5EF4-FFF2-40B4-BE49-F238E27FC236}">
                  <a16:creationId xmlns:a16="http://schemas.microsoft.com/office/drawing/2014/main" id="{3E371DC8-C34E-44D8-B789-2D7B9B2AC933}"/>
                </a:ext>
              </a:extLst>
            </p:cNvPr>
            <p:cNvSpPr/>
            <p:nvPr/>
          </p:nvSpPr>
          <p:spPr>
            <a:xfrm>
              <a:off x="14025547" y="38301902"/>
              <a:ext cx="4316676" cy="2667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buNone/>
              </a:pPr>
              <a:r>
                <a:rPr lang="en-US" sz="1275" b="1" kern="0" spc="102" dirty="0">
                  <a:solidFill>
                    <a:srgbClr val="4C5B6B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MODEL RESPONSE · QWEN2.5-VL-32B</a:t>
              </a:r>
              <a:endParaRPr lang="en-US" sz="1275" dirty="0">
                <a:latin typeface="Sentient" pitchFamily="50" charset="0"/>
              </a:endParaRPr>
            </a:p>
          </p:txBody>
        </p:sp>
      </p:grpSp>
      <p:sp>
        <p:nvSpPr>
          <p:cNvPr id="872" name="Text 232">
            <a:extLst>
              <a:ext uri="{FF2B5EF4-FFF2-40B4-BE49-F238E27FC236}">
                <a16:creationId xmlns:a16="http://schemas.microsoft.com/office/drawing/2014/main" id="{49363370-62AA-448D-931E-4853DDC597B7}"/>
              </a:ext>
            </a:extLst>
          </p:cNvPr>
          <p:cNvSpPr/>
          <p:nvPr/>
        </p:nvSpPr>
        <p:spPr>
          <a:xfrm>
            <a:off x="13678446" y="38854111"/>
            <a:ext cx="9231212" cy="13593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Seg 1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 large </a:t>
            </a:r>
            <a:r>
              <a:rPr lang="en-US" b="1" dirty="0">
                <a:solidFill>
                  <a:srgbClr val="FFFFFF"/>
                </a:solidFill>
                <a:highlight>
                  <a:srgbClr val="B7254A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explosion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occurs, engulfing the </a:t>
            </a:r>
            <a:r>
              <a:rPr lang="en-US" b="1" dirty="0">
                <a:solidFill>
                  <a:srgbClr val="8A5A14"/>
                </a:solidFill>
                <a:highlight>
                  <a:srgbClr val="FEF1DF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area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in </a:t>
            </a:r>
            <a:r>
              <a:rPr lang="en-US" b="1" dirty="0">
                <a:solidFill>
                  <a:srgbClr val="2F6FB0"/>
                </a:solidFill>
                <a:highlight>
                  <a:srgbClr val="E3EDF8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flames and smoke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b="1" dirty="0">
                <a:solidFill>
                  <a:srgbClr val="2F6FB0"/>
                </a:solidFill>
                <a:highlight>
                  <a:srgbClr val="E3EDF8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Debris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is </a:t>
            </a:r>
            <a:r>
              <a:rPr lang="en-US" b="1" dirty="0">
                <a:solidFill>
                  <a:srgbClr val="007E88"/>
                </a:solidFill>
                <a:highlight>
                  <a:srgbClr val="E8F5F5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violently propelled into the air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as the </a:t>
            </a:r>
            <a:r>
              <a:rPr lang="en-US" b="1" dirty="0">
                <a:solidFill>
                  <a:srgbClr val="8A5A14"/>
                </a:solidFill>
                <a:highlight>
                  <a:srgbClr val="FEF1DF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structure </a:t>
            </a:r>
            <a:r>
              <a:rPr lang="en-US" b="1" dirty="0">
                <a:solidFill>
                  <a:srgbClr val="FFFFFF"/>
                </a:solidFill>
                <a:highlight>
                  <a:srgbClr val="B7254A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collapses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. The </a:t>
            </a:r>
            <a:r>
              <a:rPr lang="en-US" b="1" dirty="0">
                <a:solidFill>
                  <a:srgbClr val="2F6FB0"/>
                </a:solidFill>
                <a:highlight>
                  <a:srgbClr val="E3EDF8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fire </a:t>
            </a:r>
            <a:r>
              <a:rPr lang="en-US" b="1" dirty="0">
                <a:solidFill>
                  <a:srgbClr val="007E88"/>
                </a:solidFill>
                <a:highlight>
                  <a:srgbClr val="E8F5F5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intensifies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, consuming the </a:t>
            </a:r>
            <a:r>
              <a:rPr lang="en-US" b="1" dirty="0">
                <a:solidFill>
                  <a:srgbClr val="8A5A14"/>
                </a:solidFill>
                <a:highlight>
                  <a:srgbClr val="FEF1DF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building and surrounding environment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, leaving it reduced to </a:t>
            </a:r>
            <a:r>
              <a:rPr lang="en-US" b="1" dirty="0">
                <a:solidFill>
                  <a:srgbClr val="8A5A14"/>
                </a:solidFill>
                <a:highlight>
                  <a:srgbClr val="FEF1DF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rubble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…</a:t>
            </a:r>
            <a:endParaRPr lang="en-US" dirty="0">
              <a:latin typeface="Sentient" pitchFamily="50" charset="0"/>
            </a:endParaRPr>
          </a:p>
        </p:txBody>
      </p:sp>
      <p:sp>
        <p:nvSpPr>
          <p:cNvPr id="873" name="Text 233">
            <a:extLst>
              <a:ext uri="{FF2B5EF4-FFF2-40B4-BE49-F238E27FC236}">
                <a16:creationId xmlns:a16="http://schemas.microsoft.com/office/drawing/2014/main" id="{66A67684-5B9E-4BF0-B930-F5080B6E3008}"/>
              </a:ext>
            </a:extLst>
          </p:cNvPr>
          <p:cNvSpPr/>
          <p:nvPr/>
        </p:nvSpPr>
        <p:spPr>
          <a:xfrm>
            <a:off x="13678446" y="40255813"/>
            <a:ext cx="9231212" cy="1600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857"/>
              </a:lnSpc>
              <a:buNone/>
            </a:pPr>
            <a:r>
              <a:rPr lang="en-US" b="1" dirty="0">
                <a:solidFill>
                  <a:srgbClr val="B7254A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Seg 2 </a:t>
            </a:r>
            <a:r>
              <a:rPr lang="en-US" b="1" dirty="0">
                <a:solidFill>
                  <a:srgbClr val="2F6FB0"/>
                </a:solidFill>
                <a:highlight>
                  <a:srgbClr val="E3EDF8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Soldiers </a:t>
            </a:r>
            <a:r>
              <a:rPr lang="en-US" b="1" dirty="0">
                <a:solidFill>
                  <a:srgbClr val="007E88"/>
                </a:solidFill>
                <a:highlight>
                  <a:srgbClr val="E8F5F5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crouch and move cautiously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through a </a:t>
            </a:r>
            <a:r>
              <a:rPr lang="en-US" b="1" dirty="0">
                <a:solidFill>
                  <a:srgbClr val="8A5A14"/>
                </a:solidFill>
                <a:highlight>
                  <a:srgbClr val="FEF1DF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debris-filled area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, indicating </a:t>
            </a:r>
            <a:r>
              <a:rPr lang="en-US" b="1" dirty="0">
                <a:solidFill>
                  <a:srgbClr val="FFFFFF"/>
                </a:solidFill>
                <a:highlight>
                  <a:srgbClr val="B7254A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active conflict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. One soldier </a:t>
            </a:r>
            <a:r>
              <a:rPr lang="en-US" b="1" dirty="0">
                <a:solidFill>
                  <a:srgbClr val="FFFFFF"/>
                </a:solidFill>
                <a:highlight>
                  <a:srgbClr val="B7254A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collapses to the ground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, apparently injured, while a </a:t>
            </a:r>
            <a:r>
              <a:rPr lang="en-US" b="1" dirty="0">
                <a:solidFill>
                  <a:srgbClr val="2F6FB0"/>
                </a:solidFill>
                <a:highlight>
                  <a:srgbClr val="E3EDF8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civilian </a:t>
            </a:r>
            <a:r>
              <a:rPr lang="en-US" b="1" dirty="0">
                <a:solidFill>
                  <a:srgbClr val="007E88"/>
                </a:solidFill>
                <a:highlight>
                  <a:srgbClr val="E8F5F5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runs away from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b="1" dirty="0">
                <a:solidFill>
                  <a:srgbClr val="8A5A14"/>
                </a:solidFill>
                <a:highlight>
                  <a:srgbClr val="FEF1DF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burning building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, showing </a:t>
            </a:r>
            <a:r>
              <a:rPr lang="en-US" b="1" dirty="0">
                <a:solidFill>
                  <a:srgbClr val="FFFFFF"/>
                </a:solidFill>
                <a:highlight>
                  <a:srgbClr val="B7254A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panic </a:t>
            </a:r>
            <a:r>
              <a:rPr lang="en-US" dirty="0">
                <a:solidFill>
                  <a:srgbClr val="182A3C"/>
                </a:solidFill>
                <a:latin typeface="Sentient" pitchFamily="50" charset="0"/>
                <a:ea typeface="Inter" pitchFamily="34" charset="-122"/>
                <a:cs typeface="Inter" pitchFamily="34" charset="-120"/>
              </a:rPr>
              <a:t>and urgency…</a:t>
            </a:r>
            <a:endParaRPr lang="en-US" dirty="0">
              <a:latin typeface="Sentient" pitchFamily="50" charset="0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5A46BA5-CCA4-44EF-BCF8-82EB0C8B7519}"/>
              </a:ext>
            </a:extLst>
          </p:cNvPr>
          <p:cNvGrpSpPr/>
          <p:nvPr/>
        </p:nvGrpSpPr>
        <p:grpSpPr>
          <a:xfrm>
            <a:off x="23169960" y="33393697"/>
            <a:ext cx="7155790" cy="8424664"/>
            <a:chOff x="21653502" y="33393697"/>
            <a:chExt cx="8672248" cy="8424664"/>
          </a:xfrm>
        </p:grpSpPr>
        <p:sp>
          <p:nvSpPr>
            <p:cNvPr id="878" name="Text 238">
              <a:extLst>
                <a:ext uri="{FF2B5EF4-FFF2-40B4-BE49-F238E27FC236}">
                  <a16:creationId xmlns:a16="http://schemas.microsoft.com/office/drawing/2014/main" id="{C1BEC809-78D7-4705-BF49-5F87349E54A7}"/>
                </a:ext>
              </a:extLst>
            </p:cNvPr>
            <p:cNvSpPr/>
            <p:nvPr/>
          </p:nvSpPr>
          <p:spPr>
            <a:xfrm>
              <a:off x="21826969" y="34041266"/>
              <a:ext cx="8498781" cy="2603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rmAutofit fontScale="92500" lnSpcReduction="10000"/>
            </a:bodyPr>
            <a:lstStyle/>
            <a:p>
              <a:pPr marL="0" indent="0" algn="l">
                <a:buNone/>
              </a:pPr>
              <a:r>
                <a:rPr lang="en-US" sz="1500" b="1" dirty="0">
                  <a:solidFill>
                    <a:srgbClr val="182A3C"/>
                  </a:solidFill>
                  <a:latin typeface="Sentient" pitchFamily="50" charset="0"/>
                  <a:ea typeface="Inter" pitchFamily="34" charset="-122"/>
                  <a:cs typeface="Inter" pitchFamily="34" charset="-120"/>
                </a:rPr>
                <a:t>UCF-Crime AUC (%) · unsupervised</a:t>
              </a:r>
              <a:endParaRPr lang="en-US" sz="1500" dirty="0">
                <a:latin typeface="Sentient" pitchFamily="50" charset="0"/>
              </a:endParaRP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5EEC2523-0AE7-42C3-972E-A94A4CCF9063}"/>
                </a:ext>
              </a:extLst>
            </p:cNvPr>
            <p:cNvGrpSpPr/>
            <p:nvPr/>
          </p:nvGrpSpPr>
          <p:grpSpPr>
            <a:xfrm>
              <a:off x="21653502" y="33393697"/>
              <a:ext cx="8672248" cy="8424664"/>
              <a:chOff x="21653502" y="33393697"/>
              <a:chExt cx="8672248" cy="8424664"/>
            </a:xfrm>
          </p:grpSpPr>
          <p:sp>
            <p:nvSpPr>
              <p:cNvPr id="903" name="Text 263">
                <a:extLst>
                  <a:ext uri="{FF2B5EF4-FFF2-40B4-BE49-F238E27FC236}">
                    <a16:creationId xmlns:a16="http://schemas.microsoft.com/office/drawing/2014/main" id="{04A00BCA-65F3-4399-9D1A-A0EE70EC4621}"/>
                  </a:ext>
                </a:extLst>
              </p:cNvPr>
              <p:cNvSpPr/>
              <p:nvPr/>
            </p:nvSpPr>
            <p:spPr>
              <a:xfrm>
                <a:off x="21826969" y="36552492"/>
                <a:ext cx="8498781" cy="2603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82A3C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Across benchmarks </a:t>
                </a:r>
                <a:r>
                  <a:rPr lang="en-US" sz="1275" dirty="0">
                    <a:solidFill>
                      <a:srgbClr val="65758A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(Δ vs best prior unsup.)</a:t>
                </a:r>
                <a:endParaRPr lang="en-US" sz="1500" dirty="0">
                  <a:latin typeface="Sentient" pitchFamily="50" charset="0"/>
                </a:endParaRPr>
              </a:p>
            </p:txBody>
          </p:sp>
          <p:sp>
            <p:nvSpPr>
              <p:cNvPr id="917" name="Text 277">
                <a:extLst>
                  <a:ext uri="{FF2B5EF4-FFF2-40B4-BE49-F238E27FC236}">
                    <a16:creationId xmlns:a16="http://schemas.microsoft.com/office/drawing/2014/main" id="{A73FD8C5-85AC-4B6A-BA35-B69B1EAA1EF9}"/>
                  </a:ext>
                </a:extLst>
              </p:cNvPr>
              <p:cNvSpPr/>
              <p:nvPr/>
            </p:nvSpPr>
            <p:spPr>
              <a:xfrm>
                <a:off x="21826969" y="38242684"/>
                <a:ext cx="8498781" cy="26035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rmAutofit fontScale="92500" lnSpcReduction="10000"/>
              </a:bodyPr>
              <a:lstStyle/>
              <a:p>
                <a:pPr marL="0" indent="0" algn="l">
                  <a:buNone/>
                </a:pPr>
                <a:r>
                  <a:rPr lang="en-US" sz="1500" b="1" dirty="0">
                    <a:solidFill>
                      <a:srgbClr val="182A3C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Efficiency · UCF-Crime</a:t>
                </a:r>
                <a:endParaRPr lang="en-US" sz="1500" dirty="0">
                  <a:latin typeface="Sentient" pitchFamily="50" charset="0"/>
                </a:endParaRPr>
              </a:p>
            </p:txBody>
          </p: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5A95A337-AA54-4299-8C9E-C94B4B8AA897}"/>
                  </a:ext>
                </a:extLst>
              </p:cNvPr>
              <p:cNvGrpSpPr/>
              <p:nvPr/>
            </p:nvGrpSpPr>
            <p:grpSpPr>
              <a:xfrm>
                <a:off x="21653502" y="33393697"/>
                <a:ext cx="8512308" cy="8424664"/>
                <a:chOff x="21653502" y="33393697"/>
                <a:chExt cx="8512308" cy="8424664"/>
              </a:xfrm>
            </p:grpSpPr>
            <p:sp>
              <p:nvSpPr>
                <p:cNvPr id="874" name="Shape 234">
                  <a:extLst>
                    <a:ext uri="{FF2B5EF4-FFF2-40B4-BE49-F238E27FC236}">
                      <a16:creationId xmlns:a16="http://schemas.microsoft.com/office/drawing/2014/main" id="{73A47D6B-9392-4CE1-AB48-A481D728B995}"/>
                    </a:ext>
                  </a:extLst>
                </p:cNvPr>
                <p:cNvSpPr/>
                <p:nvPr/>
              </p:nvSpPr>
              <p:spPr>
                <a:xfrm>
                  <a:off x="21653502" y="33393697"/>
                  <a:ext cx="8073099" cy="8424664"/>
                </a:xfrm>
                <a:prstGeom prst="roundRect">
                  <a:avLst>
                    <a:gd name="adj" fmla="val 1652"/>
                  </a:avLst>
                </a:prstGeom>
                <a:ln w="21167">
                  <a:solidFill>
                    <a:srgbClr val="182A3C"/>
                  </a:solidFill>
                  <a:prstDash val="solid"/>
                </a:ln>
              </p:spPr>
            </p:sp>
            <p:sp>
              <p:nvSpPr>
                <p:cNvPr id="875" name="Shape 235">
                  <a:extLst>
                    <a:ext uri="{FF2B5EF4-FFF2-40B4-BE49-F238E27FC236}">
                      <a16:creationId xmlns:a16="http://schemas.microsoft.com/office/drawing/2014/main" id="{2C818ADC-A466-424F-9BAE-C5F73A6799DD}"/>
                    </a:ext>
                  </a:extLst>
                </p:cNvPr>
                <p:cNvSpPr/>
                <p:nvPr/>
              </p:nvSpPr>
              <p:spPr>
                <a:xfrm>
                  <a:off x="21674668" y="33414865"/>
                  <a:ext cx="8030766" cy="493117"/>
                </a:xfrm>
                <a:prstGeom prst="rect">
                  <a:avLst/>
                </a:prstGeom>
                <a:solidFill>
                  <a:srgbClr val="182A3C"/>
                </a:solidFill>
                <a:ln/>
              </p:spPr>
            </p:sp>
            <p:sp>
              <p:nvSpPr>
                <p:cNvPr id="876" name="Text 236">
                  <a:extLst>
                    <a:ext uri="{FF2B5EF4-FFF2-40B4-BE49-F238E27FC236}">
                      <a16:creationId xmlns:a16="http://schemas.microsoft.com/office/drawing/2014/main" id="{FBD646BF-2730-41B0-A6A7-BF1608BF3358}"/>
                    </a:ext>
                  </a:extLst>
                </p:cNvPr>
                <p:cNvSpPr/>
                <p:nvPr/>
              </p:nvSpPr>
              <p:spPr>
                <a:xfrm>
                  <a:off x="21845986" y="33529131"/>
                  <a:ext cx="1845554" cy="302854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2000" b="1" dirty="0">
                      <a:solidFill>
                        <a:srgbClr val="FFFFFF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RESULTS</a:t>
                  </a:r>
                  <a:endParaRPr lang="en-US" sz="2000" dirty="0">
                    <a:latin typeface="Sentient" pitchFamily="50" charset="0"/>
                  </a:endParaRPr>
                </a:p>
              </p:txBody>
            </p:sp>
            <p:sp>
              <p:nvSpPr>
                <p:cNvPr id="877" name="Text 237">
                  <a:extLst>
                    <a:ext uri="{FF2B5EF4-FFF2-40B4-BE49-F238E27FC236}">
                      <a16:creationId xmlns:a16="http://schemas.microsoft.com/office/drawing/2014/main" id="{EB899F54-C3AD-41A4-A188-50FAA19DD3CF}"/>
                    </a:ext>
                  </a:extLst>
                </p:cNvPr>
                <p:cNvSpPr/>
                <p:nvPr/>
              </p:nvSpPr>
              <p:spPr>
                <a:xfrm>
                  <a:off x="25213483" y="33500983"/>
                  <a:ext cx="4603770" cy="320249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600" b="1" dirty="0">
                      <a:solidFill>
                        <a:srgbClr val="C1CED5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label-free · Main Paper Tables 1, 2, 4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879" name="Text 239">
                  <a:extLst>
                    <a:ext uri="{FF2B5EF4-FFF2-40B4-BE49-F238E27FC236}">
                      <a16:creationId xmlns:a16="http://schemas.microsoft.com/office/drawing/2014/main" id="{2749DD36-6D55-4C89-851A-65D9E4C873A7}"/>
                    </a:ext>
                  </a:extLst>
                </p:cNvPr>
                <p:cNvSpPr/>
                <p:nvPr/>
              </p:nvSpPr>
              <p:spPr>
                <a:xfrm>
                  <a:off x="21826969" y="34339584"/>
                  <a:ext cx="178117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Tur et al.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80" name="Shape 240">
                  <a:extLst>
                    <a:ext uri="{FF2B5EF4-FFF2-40B4-BE49-F238E27FC236}">
                      <a16:creationId xmlns:a16="http://schemas.microsoft.com/office/drawing/2014/main" id="{907F9D2D-C296-4704-AAB6-37C74BB866FD}"/>
                    </a:ext>
                  </a:extLst>
                </p:cNvPr>
                <p:cNvSpPr/>
                <p:nvPr/>
              </p:nvSpPr>
              <p:spPr>
                <a:xfrm>
                  <a:off x="23763819" y="34345867"/>
                  <a:ext cx="4551064" cy="209517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EEF2F5"/>
                </a:solidFill>
                <a:ln/>
              </p:spPr>
            </p:sp>
            <p:sp>
              <p:nvSpPr>
                <p:cNvPr id="881" name="Shape 241">
                  <a:extLst>
                    <a:ext uri="{FF2B5EF4-FFF2-40B4-BE49-F238E27FC236}">
                      <a16:creationId xmlns:a16="http://schemas.microsoft.com/office/drawing/2014/main" id="{DA5BEA4A-367C-4FB3-96C8-88FB15653BE9}"/>
                    </a:ext>
                  </a:extLst>
                </p:cNvPr>
                <p:cNvSpPr/>
                <p:nvPr/>
              </p:nvSpPr>
              <p:spPr>
                <a:xfrm>
                  <a:off x="23778961" y="34345186"/>
                  <a:ext cx="1781174" cy="201879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A5B3BF"/>
                </a:solidFill>
                <a:ln/>
              </p:spPr>
            </p:sp>
            <p:sp>
              <p:nvSpPr>
                <p:cNvPr id="882" name="Text 242">
                  <a:extLst>
                    <a:ext uri="{FF2B5EF4-FFF2-40B4-BE49-F238E27FC236}">
                      <a16:creationId xmlns:a16="http://schemas.microsoft.com/office/drawing/2014/main" id="{8E616482-9888-401C-ACCA-20793DCA54D9}"/>
                    </a:ext>
                  </a:extLst>
                </p:cNvPr>
                <p:cNvSpPr/>
                <p:nvPr/>
              </p:nvSpPr>
              <p:spPr>
                <a:xfrm>
                  <a:off x="28387045" y="34339584"/>
                  <a:ext cx="121920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65.22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83" name="Text 243">
                  <a:extLst>
                    <a:ext uri="{FF2B5EF4-FFF2-40B4-BE49-F238E27FC236}">
                      <a16:creationId xmlns:a16="http://schemas.microsoft.com/office/drawing/2014/main" id="{E7BC09A3-9BB5-4413-B900-67D3F8AD3295}"/>
                    </a:ext>
                  </a:extLst>
                </p:cNvPr>
                <p:cNvSpPr/>
                <p:nvPr/>
              </p:nvSpPr>
              <p:spPr>
                <a:xfrm>
                  <a:off x="21826969" y="34637900"/>
                  <a:ext cx="178117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GCL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84" name="Shape 244">
                  <a:extLst>
                    <a:ext uri="{FF2B5EF4-FFF2-40B4-BE49-F238E27FC236}">
                      <a16:creationId xmlns:a16="http://schemas.microsoft.com/office/drawing/2014/main" id="{8E9664F3-AA07-47BE-AAD3-90C7EDE6C56F}"/>
                    </a:ext>
                  </a:extLst>
                </p:cNvPr>
                <p:cNvSpPr/>
                <p:nvPr/>
              </p:nvSpPr>
              <p:spPr>
                <a:xfrm>
                  <a:off x="23763819" y="34644185"/>
                  <a:ext cx="4551064" cy="209517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EEF2F5"/>
                </a:solidFill>
                <a:ln/>
              </p:spPr>
            </p:sp>
            <p:sp>
              <p:nvSpPr>
                <p:cNvPr id="885" name="Shape 245">
                  <a:extLst>
                    <a:ext uri="{FF2B5EF4-FFF2-40B4-BE49-F238E27FC236}">
                      <a16:creationId xmlns:a16="http://schemas.microsoft.com/office/drawing/2014/main" id="{224CA4BE-874B-4E09-A98B-3F7F0710EEB7}"/>
                    </a:ext>
                  </a:extLst>
                </p:cNvPr>
                <p:cNvSpPr/>
                <p:nvPr/>
              </p:nvSpPr>
              <p:spPr>
                <a:xfrm>
                  <a:off x="23766746" y="34646234"/>
                  <a:ext cx="2259344" cy="201879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A5B3BF"/>
                </a:solidFill>
                <a:ln/>
              </p:spPr>
            </p:sp>
            <p:sp>
              <p:nvSpPr>
                <p:cNvPr id="886" name="Text 246">
                  <a:extLst>
                    <a:ext uri="{FF2B5EF4-FFF2-40B4-BE49-F238E27FC236}">
                      <a16:creationId xmlns:a16="http://schemas.microsoft.com/office/drawing/2014/main" id="{7966C2B6-CB79-48B6-8707-72807EA67F9C}"/>
                    </a:ext>
                  </a:extLst>
                </p:cNvPr>
                <p:cNvSpPr/>
                <p:nvPr/>
              </p:nvSpPr>
              <p:spPr>
                <a:xfrm>
                  <a:off x="28387045" y="34637900"/>
                  <a:ext cx="121920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74.20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87" name="Text 247">
                  <a:extLst>
                    <a:ext uri="{FF2B5EF4-FFF2-40B4-BE49-F238E27FC236}">
                      <a16:creationId xmlns:a16="http://schemas.microsoft.com/office/drawing/2014/main" id="{6A4497F8-8C1B-4F78-97B5-6829442F5E90}"/>
                    </a:ext>
                  </a:extLst>
                </p:cNvPr>
                <p:cNvSpPr/>
                <p:nvPr/>
              </p:nvSpPr>
              <p:spPr>
                <a:xfrm>
                  <a:off x="21826969" y="34936218"/>
                  <a:ext cx="178117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DyAnNet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88" name="Shape 248">
                  <a:extLst>
                    <a:ext uri="{FF2B5EF4-FFF2-40B4-BE49-F238E27FC236}">
                      <a16:creationId xmlns:a16="http://schemas.microsoft.com/office/drawing/2014/main" id="{6E5A6B43-BB43-47D6-9647-07A3205EA61E}"/>
                    </a:ext>
                  </a:extLst>
                </p:cNvPr>
                <p:cNvSpPr/>
                <p:nvPr/>
              </p:nvSpPr>
              <p:spPr>
                <a:xfrm>
                  <a:off x="23763819" y="34942503"/>
                  <a:ext cx="4551064" cy="209517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EEF2F5"/>
                </a:solidFill>
                <a:ln/>
              </p:spPr>
            </p:sp>
            <p:sp>
              <p:nvSpPr>
                <p:cNvPr id="889" name="Shape 249">
                  <a:extLst>
                    <a:ext uri="{FF2B5EF4-FFF2-40B4-BE49-F238E27FC236}">
                      <a16:creationId xmlns:a16="http://schemas.microsoft.com/office/drawing/2014/main" id="{AD70989A-B902-4540-BFE8-79B53298C8F3}"/>
                    </a:ext>
                  </a:extLst>
                </p:cNvPr>
                <p:cNvSpPr/>
                <p:nvPr/>
              </p:nvSpPr>
              <p:spPr>
                <a:xfrm>
                  <a:off x="23763819" y="34945483"/>
                  <a:ext cx="2831715" cy="201879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A5B3BF"/>
                </a:solidFill>
                <a:ln/>
              </p:spPr>
            </p:sp>
            <p:sp>
              <p:nvSpPr>
                <p:cNvPr id="890" name="Text 250">
                  <a:extLst>
                    <a:ext uri="{FF2B5EF4-FFF2-40B4-BE49-F238E27FC236}">
                      <a16:creationId xmlns:a16="http://schemas.microsoft.com/office/drawing/2014/main" id="{A5F6F5C5-24B4-438B-A2F0-F48B4D284902}"/>
                    </a:ext>
                  </a:extLst>
                </p:cNvPr>
                <p:cNvSpPr/>
                <p:nvPr/>
              </p:nvSpPr>
              <p:spPr>
                <a:xfrm>
                  <a:off x="28387045" y="34936218"/>
                  <a:ext cx="121920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79.76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91" name="Text 251">
                  <a:extLst>
                    <a:ext uri="{FF2B5EF4-FFF2-40B4-BE49-F238E27FC236}">
                      <a16:creationId xmlns:a16="http://schemas.microsoft.com/office/drawing/2014/main" id="{828576F3-5A40-4A52-956C-82668E049F9E}"/>
                    </a:ext>
                  </a:extLst>
                </p:cNvPr>
                <p:cNvSpPr/>
                <p:nvPr/>
              </p:nvSpPr>
              <p:spPr>
                <a:xfrm>
                  <a:off x="21826969" y="35234536"/>
                  <a:ext cx="178117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400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LAVAD (zero-shot)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892" name="Shape 252">
                  <a:extLst>
                    <a:ext uri="{FF2B5EF4-FFF2-40B4-BE49-F238E27FC236}">
                      <a16:creationId xmlns:a16="http://schemas.microsoft.com/office/drawing/2014/main" id="{FC3AB606-2EB9-434E-BA1A-9F8441D8BFB4}"/>
                    </a:ext>
                  </a:extLst>
                </p:cNvPr>
                <p:cNvSpPr/>
                <p:nvPr/>
              </p:nvSpPr>
              <p:spPr>
                <a:xfrm>
                  <a:off x="23763819" y="35240820"/>
                  <a:ext cx="4551064" cy="209517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EEF2F5"/>
                </a:solidFill>
                <a:ln/>
              </p:spPr>
            </p:sp>
            <p:sp>
              <p:nvSpPr>
                <p:cNvPr id="893" name="Shape 253">
                  <a:extLst>
                    <a:ext uri="{FF2B5EF4-FFF2-40B4-BE49-F238E27FC236}">
                      <a16:creationId xmlns:a16="http://schemas.microsoft.com/office/drawing/2014/main" id="{CE9096D9-51AA-4977-AF58-F8BC134320D9}"/>
                    </a:ext>
                  </a:extLst>
                </p:cNvPr>
                <p:cNvSpPr/>
                <p:nvPr/>
              </p:nvSpPr>
              <p:spPr>
                <a:xfrm>
                  <a:off x="23777119" y="35230865"/>
                  <a:ext cx="2904807" cy="201879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A5B3BF"/>
                </a:solidFill>
                <a:ln/>
              </p:spPr>
            </p:sp>
            <p:sp>
              <p:nvSpPr>
                <p:cNvPr id="894" name="Text 254">
                  <a:extLst>
                    <a:ext uri="{FF2B5EF4-FFF2-40B4-BE49-F238E27FC236}">
                      <a16:creationId xmlns:a16="http://schemas.microsoft.com/office/drawing/2014/main" id="{046E9998-CA52-4B25-BC87-E9ADBA717E7D}"/>
                    </a:ext>
                  </a:extLst>
                </p:cNvPr>
                <p:cNvSpPr/>
                <p:nvPr/>
              </p:nvSpPr>
              <p:spPr>
                <a:xfrm>
                  <a:off x="28375184" y="35253486"/>
                  <a:ext cx="121920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80.28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895" name="Text 255">
                  <a:extLst>
                    <a:ext uri="{FF2B5EF4-FFF2-40B4-BE49-F238E27FC236}">
                      <a16:creationId xmlns:a16="http://schemas.microsoft.com/office/drawing/2014/main" id="{775B280C-F570-4877-8932-8AA1C76737C1}"/>
                    </a:ext>
                  </a:extLst>
                </p:cNvPr>
                <p:cNvSpPr/>
                <p:nvPr/>
              </p:nvSpPr>
              <p:spPr>
                <a:xfrm>
                  <a:off x="21826969" y="35532854"/>
                  <a:ext cx="178117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BUSTER (offline)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896" name="Shape 256">
                  <a:extLst>
                    <a:ext uri="{FF2B5EF4-FFF2-40B4-BE49-F238E27FC236}">
                      <a16:creationId xmlns:a16="http://schemas.microsoft.com/office/drawing/2014/main" id="{2A940F72-0A62-422B-8C2C-6AF1FC9E4847}"/>
                    </a:ext>
                  </a:extLst>
                </p:cNvPr>
                <p:cNvSpPr/>
                <p:nvPr/>
              </p:nvSpPr>
              <p:spPr>
                <a:xfrm>
                  <a:off x="23763819" y="35539138"/>
                  <a:ext cx="4551064" cy="209517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EEF2F5"/>
                </a:solidFill>
                <a:ln/>
              </p:spPr>
            </p:sp>
            <p:sp>
              <p:nvSpPr>
                <p:cNvPr id="897" name="Shape 257">
                  <a:extLst>
                    <a:ext uri="{FF2B5EF4-FFF2-40B4-BE49-F238E27FC236}">
                      <a16:creationId xmlns:a16="http://schemas.microsoft.com/office/drawing/2014/main" id="{DB76707D-F6BB-44BA-A568-0F3E1B1BEA99}"/>
                    </a:ext>
                  </a:extLst>
                </p:cNvPr>
                <p:cNvSpPr/>
                <p:nvPr/>
              </p:nvSpPr>
              <p:spPr>
                <a:xfrm>
                  <a:off x="23766746" y="35546776"/>
                  <a:ext cx="3768525" cy="201879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B7254A"/>
                </a:solidFill>
                <a:ln/>
              </p:spPr>
            </p:sp>
            <p:sp>
              <p:nvSpPr>
                <p:cNvPr id="898" name="Text 258">
                  <a:extLst>
                    <a:ext uri="{FF2B5EF4-FFF2-40B4-BE49-F238E27FC236}">
                      <a16:creationId xmlns:a16="http://schemas.microsoft.com/office/drawing/2014/main" id="{89EE2715-AF16-4307-BAB8-E3431A7B6E14}"/>
                    </a:ext>
                  </a:extLst>
                </p:cNvPr>
                <p:cNvSpPr/>
                <p:nvPr/>
              </p:nvSpPr>
              <p:spPr>
                <a:xfrm>
                  <a:off x="28363408" y="35532854"/>
                  <a:ext cx="1178180" cy="516336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rm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86.30 </a:t>
                  </a:r>
                  <a:r>
                    <a:rPr lang="en-US" sz="1100" b="1" dirty="0">
                      <a:solidFill>
                        <a:srgbClr val="0F8A4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+6.54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899" name="Text 259">
                  <a:extLst>
                    <a:ext uri="{FF2B5EF4-FFF2-40B4-BE49-F238E27FC236}">
                      <a16:creationId xmlns:a16="http://schemas.microsoft.com/office/drawing/2014/main" id="{5F7A7147-23DC-44BE-99D4-8B2EF524B015}"/>
                    </a:ext>
                  </a:extLst>
                </p:cNvPr>
                <p:cNvSpPr/>
                <p:nvPr/>
              </p:nvSpPr>
              <p:spPr>
                <a:xfrm>
                  <a:off x="21826969" y="35831172"/>
                  <a:ext cx="178117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BUSTER (online)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00" name="Shape 260">
                  <a:extLst>
                    <a:ext uri="{FF2B5EF4-FFF2-40B4-BE49-F238E27FC236}">
                      <a16:creationId xmlns:a16="http://schemas.microsoft.com/office/drawing/2014/main" id="{EFB7401D-A1F2-4A7F-93E0-CE94AE397C5F}"/>
                    </a:ext>
                  </a:extLst>
                </p:cNvPr>
                <p:cNvSpPr/>
                <p:nvPr/>
              </p:nvSpPr>
              <p:spPr>
                <a:xfrm>
                  <a:off x="23763819" y="35837456"/>
                  <a:ext cx="4551064" cy="209517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EEF2F5"/>
                </a:solidFill>
                <a:ln/>
              </p:spPr>
            </p:sp>
            <p:sp>
              <p:nvSpPr>
                <p:cNvPr id="901" name="Shape 261">
                  <a:extLst>
                    <a:ext uri="{FF2B5EF4-FFF2-40B4-BE49-F238E27FC236}">
                      <a16:creationId xmlns:a16="http://schemas.microsoft.com/office/drawing/2014/main" id="{69F508C3-6B8A-4B18-A1A4-2526FDC0CA7C}"/>
                    </a:ext>
                  </a:extLst>
                </p:cNvPr>
                <p:cNvSpPr/>
                <p:nvPr/>
              </p:nvSpPr>
              <p:spPr>
                <a:xfrm>
                  <a:off x="23778961" y="35839462"/>
                  <a:ext cx="3663146" cy="201879"/>
                </a:xfrm>
                <a:prstGeom prst="roundRect">
                  <a:avLst>
                    <a:gd name="adj" fmla="val 18185"/>
                  </a:avLst>
                </a:prstGeom>
                <a:solidFill>
                  <a:srgbClr val="B7254A"/>
                </a:solidFill>
                <a:ln/>
              </p:spPr>
            </p:sp>
            <p:sp>
              <p:nvSpPr>
                <p:cNvPr id="902" name="Text 262">
                  <a:extLst>
                    <a:ext uri="{FF2B5EF4-FFF2-40B4-BE49-F238E27FC236}">
                      <a16:creationId xmlns:a16="http://schemas.microsoft.com/office/drawing/2014/main" id="{78595744-B019-431E-898A-25BFEF8D8920}"/>
                    </a:ext>
                  </a:extLst>
                </p:cNvPr>
                <p:cNvSpPr/>
                <p:nvPr/>
              </p:nvSpPr>
              <p:spPr>
                <a:xfrm>
                  <a:off x="28371968" y="35822680"/>
                  <a:ext cx="121920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85.50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04" name="Shape 264">
                  <a:extLst>
                    <a:ext uri="{FF2B5EF4-FFF2-40B4-BE49-F238E27FC236}">
                      <a16:creationId xmlns:a16="http://schemas.microsoft.com/office/drawing/2014/main" id="{4864E9DD-808D-4914-99DD-90B73F8D7EE1}"/>
                    </a:ext>
                  </a:extLst>
                </p:cNvPr>
                <p:cNvSpPr/>
                <p:nvPr/>
              </p:nvSpPr>
              <p:spPr>
                <a:xfrm>
                  <a:off x="21826969" y="37733030"/>
                  <a:ext cx="7726164" cy="10583"/>
                </a:xfrm>
                <a:prstGeom prst="rect">
                  <a:avLst/>
                </a:prstGeom>
                <a:solidFill>
                  <a:srgbClr val="182A3C"/>
                </a:solidFill>
                <a:ln/>
              </p:spPr>
            </p:sp>
            <p:sp>
              <p:nvSpPr>
                <p:cNvPr id="905" name="Shape 265">
                  <a:extLst>
                    <a:ext uri="{FF2B5EF4-FFF2-40B4-BE49-F238E27FC236}">
                      <a16:creationId xmlns:a16="http://schemas.microsoft.com/office/drawing/2014/main" id="{DB42515D-32C2-4B9E-B48E-5000E9A99992}"/>
                    </a:ext>
                  </a:extLst>
                </p:cNvPr>
                <p:cNvSpPr/>
                <p:nvPr/>
              </p:nvSpPr>
              <p:spPr>
                <a:xfrm>
                  <a:off x="21826969" y="36831793"/>
                  <a:ext cx="7726164" cy="10583"/>
                </a:xfrm>
                <a:prstGeom prst="rect">
                  <a:avLst/>
                </a:prstGeom>
                <a:solidFill>
                  <a:srgbClr val="182A3C"/>
                </a:solidFill>
                <a:ln/>
              </p:spPr>
            </p:sp>
            <p:sp>
              <p:nvSpPr>
                <p:cNvPr id="906" name="Text 266">
                  <a:extLst>
                    <a:ext uri="{FF2B5EF4-FFF2-40B4-BE49-F238E27FC236}">
                      <a16:creationId xmlns:a16="http://schemas.microsoft.com/office/drawing/2014/main" id="{7F0B06CF-B3AC-40D7-9C5C-B371AED906F8}"/>
                    </a:ext>
                  </a:extLst>
                </p:cNvPr>
                <p:cNvSpPr/>
                <p:nvPr/>
              </p:nvSpPr>
              <p:spPr>
                <a:xfrm>
                  <a:off x="22342063" y="36918444"/>
                  <a:ext cx="2477674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400" b="1" kern="0" spc="72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UCF AUC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07" name="Text 267">
                  <a:extLst>
                    <a:ext uri="{FF2B5EF4-FFF2-40B4-BE49-F238E27FC236}">
                      <a16:creationId xmlns:a16="http://schemas.microsoft.com/office/drawing/2014/main" id="{840E0FE3-9920-49BC-9BE9-55AFA8D83526}"/>
                    </a:ext>
                  </a:extLst>
                </p:cNvPr>
                <p:cNvSpPr/>
                <p:nvPr/>
              </p:nvSpPr>
              <p:spPr>
                <a:xfrm>
                  <a:off x="24708762" y="36918444"/>
                  <a:ext cx="2477674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400" b="1" kern="0" spc="72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XD AP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08" name="Text 268">
                  <a:extLst>
                    <a:ext uri="{FF2B5EF4-FFF2-40B4-BE49-F238E27FC236}">
                      <a16:creationId xmlns:a16="http://schemas.microsoft.com/office/drawing/2014/main" id="{3DABF3C5-CCCD-4E1B-BE05-78C09AA75093}"/>
                    </a:ext>
                  </a:extLst>
                </p:cNvPr>
                <p:cNvSpPr/>
                <p:nvPr/>
              </p:nvSpPr>
              <p:spPr>
                <a:xfrm>
                  <a:off x="27075459" y="36918444"/>
                  <a:ext cx="2477674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400" b="1" kern="0" spc="72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SHT AUC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09" name="Text 269">
                  <a:extLst>
                    <a:ext uri="{FF2B5EF4-FFF2-40B4-BE49-F238E27FC236}">
                      <a16:creationId xmlns:a16="http://schemas.microsoft.com/office/drawing/2014/main" id="{32955028-71C5-4222-9BF5-1050615E41E1}"/>
                    </a:ext>
                  </a:extLst>
                </p:cNvPr>
                <p:cNvSpPr/>
                <p:nvPr/>
              </p:nvSpPr>
              <p:spPr>
                <a:xfrm>
                  <a:off x="21826969" y="37155412"/>
                  <a:ext cx="70227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Offline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10" name="Text 270">
                  <a:extLst>
                    <a:ext uri="{FF2B5EF4-FFF2-40B4-BE49-F238E27FC236}">
                      <a16:creationId xmlns:a16="http://schemas.microsoft.com/office/drawing/2014/main" id="{470A9591-8484-40CB-888E-B1E36AAE3651}"/>
                    </a:ext>
                  </a:extLst>
                </p:cNvPr>
                <p:cNvSpPr/>
                <p:nvPr/>
              </p:nvSpPr>
              <p:spPr>
                <a:xfrm>
                  <a:off x="22342063" y="37155412"/>
                  <a:ext cx="2477674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rmAutofit fontScale="92500" lnSpcReduction="20000"/>
                </a:bodyPr>
                <a:lstStyle/>
                <a:p>
                  <a:pPr marL="0" indent="0" algn="r">
                    <a:buNone/>
                  </a:pPr>
                  <a:r>
                    <a:rPr lang="en-US" sz="1600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86.30 </a:t>
                  </a:r>
                  <a:r>
                    <a:rPr lang="en-US" sz="1200" b="1" dirty="0">
                      <a:solidFill>
                        <a:srgbClr val="0F8A4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+6.54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11" name="Text 271">
                  <a:extLst>
                    <a:ext uri="{FF2B5EF4-FFF2-40B4-BE49-F238E27FC236}">
                      <a16:creationId xmlns:a16="http://schemas.microsoft.com/office/drawing/2014/main" id="{77C202DD-A178-4083-AD48-B9D93767BDAF}"/>
                    </a:ext>
                  </a:extLst>
                </p:cNvPr>
                <p:cNvSpPr/>
                <p:nvPr/>
              </p:nvSpPr>
              <p:spPr>
                <a:xfrm>
                  <a:off x="24919963" y="37155412"/>
                  <a:ext cx="2477674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rmAutofit fontScale="92500" lnSpcReduction="20000"/>
                </a:bodyPr>
                <a:lstStyle/>
                <a:p>
                  <a:pPr marL="0" indent="0" algn="r">
                    <a:buNone/>
                  </a:pPr>
                  <a:r>
                    <a:rPr lang="en-US" sz="1600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80.48 </a:t>
                  </a:r>
                  <a:r>
                    <a:rPr lang="en-US" sz="1200" b="1" dirty="0">
                      <a:solidFill>
                        <a:srgbClr val="0F8A4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+12.15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12" name="Text 272">
                  <a:extLst>
                    <a:ext uri="{FF2B5EF4-FFF2-40B4-BE49-F238E27FC236}">
                      <a16:creationId xmlns:a16="http://schemas.microsoft.com/office/drawing/2014/main" id="{9FC92A92-24EC-4CFB-B629-6D8E715B5DBE}"/>
                    </a:ext>
                  </a:extLst>
                </p:cNvPr>
                <p:cNvSpPr/>
                <p:nvPr/>
              </p:nvSpPr>
              <p:spPr>
                <a:xfrm>
                  <a:off x="27075459" y="37155412"/>
                  <a:ext cx="2477674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rmAutofit fontScale="92500" lnSpcReduction="20000"/>
                </a:bodyPr>
                <a:lstStyle/>
                <a:p>
                  <a:pPr marL="0" indent="0" algn="r">
                    <a:buNone/>
                  </a:pPr>
                  <a:r>
                    <a:rPr lang="en-US" sz="1600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78.30 </a:t>
                  </a:r>
                  <a:r>
                    <a:rPr lang="en-US" sz="1200" b="1" dirty="0">
                      <a:solidFill>
                        <a:srgbClr val="0F8A4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+2.20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13" name="Text 273">
                  <a:extLst>
                    <a:ext uri="{FF2B5EF4-FFF2-40B4-BE49-F238E27FC236}">
                      <a16:creationId xmlns:a16="http://schemas.microsoft.com/office/drawing/2014/main" id="{32C24AEE-8073-481E-BDD5-C8C73920FD12}"/>
                    </a:ext>
                  </a:extLst>
                </p:cNvPr>
                <p:cNvSpPr/>
                <p:nvPr/>
              </p:nvSpPr>
              <p:spPr>
                <a:xfrm>
                  <a:off x="21826969" y="37434712"/>
                  <a:ext cx="70227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Online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14" name="Text 274">
                  <a:extLst>
                    <a:ext uri="{FF2B5EF4-FFF2-40B4-BE49-F238E27FC236}">
                      <a16:creationId xmlns:a16="http://schemas.microsoft.com/office/drawing/2014/main" id="{898EC7EF-03A4-43BC-8A0E-C6641BC9D5E8}"/>
                    </a:ext>
                  </a:extLst>
                </p:cNvPr>
                <p:cNvSpPr/>
                <p:nvPr/>
              </p:nvSpPr>
              <p:spPr>
                <a:xfrm>
                  <a:off x="22208742" y="37369197"/>
                  <a:ext cx="2649095" cy="338565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rmAutofit/>
                </a:bodyPr>
                <a:lstStyle/>
                <a:p>
                  <a:pPr marL="0" indent="0" algn="r">
                    <a:buNone/>
                  </a:pPr>
                  <a:r>
                    <a:rPr lang="en-US" sz="1600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85.50 </a:t>
                  </a:r>
                  <a:r>
                    <a:rPr lang="en-US" sz="1200" b="1" dirty="0">
                      <a:solidFill>
                        <a:srgbClr val="0F8A4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+5.74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15" name="Text 275">
                  <a:extLst>
                    <a:ext uri="{FF2B5EF4-FFF2-40B4-BE49-F238E27FC236}">
                      <a16:creationId xmlns:a16="http://schemas.microsoft.com/office/drawing/2014/main" id="{746A8411-0F90-4A29-8009-84890299FA6E}"/>
                    </a:ext>
                  </a:extLst>
                </p:cNvPr>
                <p:cNvSpPr/>
                <p:nvPr/>
              </p:nvSpPr>
              <p:spPr>
                <a:xfrm>
                  <a:off x="24919963" y="37434712"/>
                  <a:ext cx="2477674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rmAutofit fontScale="92500" lnSpcReduction="20000"/>
                </a:bodyPr>
                <a:lstStyle/>
                <a:p>
                  <a:pPr marL="0" indent="0" algn="r">
                    <a:buNone/>
                  </a:pPr>
                  <a:r>
                    <a:rPr lang="en-US" sz="1600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80.35 </a:t>
                  </a:r>
                  <a:r>
                    <a:rPr lang="en-US" sz="1200" b="1" dirty="0">
                      <a:solidFill>
                        <a:srgbClr val="0F8A4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+12.02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16" name="Text 276">
                  <a:extLst>
                    <a:ext uri="{FF2B5EF4-FFF2-40B4-BE49-F238E27FC236}">
                      <a16:creationId xmlns:a16="http://schemas.microsoft.com/office/drawing/2014/main" id="{0F6BD818-C9BD-4A5A-B7A6-99DC5DEF3566}"/>
                    </a:ext>
                  </a:extLst>
                </p:cNvPr>
                <p:cNvSpPr/>
                <p:nvPr/>
              </p:nvSpPr>
              <p:spPr>
                <a:xfrm>
                  <a:off x="26970208" y="37387852"/>
                  <a:ext cx="2477674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600" dirty="0">
                      <a:solidFill>
                        <a:srgbClr val="182A3C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75.90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18" name="Shape 278">
                  <a:extLst>
                    <a:ext uri="{FF2B5EF4-FFF2-40B4-BE49-F238E27FC236}">
                      <a16:creationId xmlns:a16="http://schemas.microsoft.com/office/drawing/2014/main" id="{6100B004-A043-49CE-9913-ADC8A65656A9}"/>
                    </a:ext>
                  </a:extLst>
                </p:cNvPr>
                <p:cNvSpPr/>
                <p:nvPr/>
              </p:nvSpPr>
              <p:spPr>
                <a:xfrm>
                  <a:off x="21826969" y="39981823"/>
                  <a:ext cx="7726164" cy="10583"/>
                </a:xfrm>
                <a:prstGeom prst="rect">
                  <a:avLst/>
                </a:prstGeom>
                <a:solidFill>
                  <a:srgbClr val="182A3C"/>
                </a:solidFill>
                <a:ln/>
              </p:spPr>
            </p:sp>
            <p:sp>
              <p:nvSpPr>
                <p:cNvPr id="919" name="Shape 279">
                  <a:extLst>
                    <a:ext uri="{FF2B5EF4-FFF2-40B4-BE49-F238E27FC236}">
                      <a16:creationId xmlns:a16="http://schemas.microsoft.com/office/drawing/2014/main" id="{F6945A84-7586-4DAC-9FEA-23BA2ABC079B}"/>
                    </a:ext>
                  </a:extLst>
                </p:cNvPr>
                <p:cNvSpPr/>
                <p:nvPr/>
              </p:nvSpPr>
              <p:spPr>
                <a:xfrm>
                  <a:off x="21826969" y="38521984"/>
                  <a:ext cx="7726164" cy="10583"/>
                </a:xfrm>
                <a:prstGeom prst="rect">
                  <a:avLst/>
                </a:prstGeom>
                <a:solidFill>
                  <a:srgbClr val="182A3C"/>
                </a:solidFill>
                <a:ln/>
              </p:spPr>
            </p:sp>
            <p:sp>
              <p:nvSpPr>
                <p:cNvPr id="920" name="Text 280">
                  <a:extLst>
                    <a:ext uri="{FF2B5EF4-FFF2-40B4-BE49-F238E27FC236}">
                      <a16:creationId xmlns:a16="http://schemas.microsoft.com/office/drawing/2014/main" id="{18DC3547-5FD1-4391-AEA4-68FC77B2B636}"/>
                    </a:ext>
                  </a:extLst>
                </p:cNvPr>
                <p:cNvSpPr/>
                <p:nvPr/>
              </p:nvSpPr>
              <p:spPr>
                <a:xfrm>
                  <a:off x="26921434" y="38608636"/>
                  <a:ext cx="629015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400" b="1" kern="0" spc="72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AUC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21" name="Text 281">
                  <a:extLst>
                    <a:ext uri="{FF2B5EF4-FFF2-40B4-BE49-F238E27FC236}">
                      <a16:creationId xmlns:a16="http://schemas.microsoft.com/office/drawing/2014/main" id="{5BC300D8-4135-4416-AB91-6DBBAE1F6F40}"/>
                    </a:ext>
                  </a:extLst>
                </p:cNvPr>
                <p:cNvSpPr/>
                <p:nvPr/>
              </p:nvSpPr>
              <p:spPr>
                <a:xfrm>
                  <a:off x="27765067" y="38602359"/>
                  <a:ext cx="872182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400" b="1" kern="0" spc="72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DATA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22" name="Text 282">
                  <a:extLst>
                    <a:ext uri="{FF2B5EF4-FFF2-40B4-BE49-F238E27FC236}">
                      <a16:creationId xmlns:a16="http://schemas.microsoft.com/office/drawing/2014/main" id="{4F4F45C3-166D-4171-8680-CA346EDA5616}"/>
                    </a:ext>
                  </a:extLst>
                </p:cNvPr>
                <p:cNvSpPr/>
                <p:nvPr/>
              </p:nvSpPr>
              <p:spPr>
                <a:xfrm>
                  <a:off x="28936687" y="38608636"/>
                  <a:ext cx="616446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sz="1400" b="1" kern="0" spc="72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FPS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23" name="Text 283">
                  <a:extLst>
                    <a:ext uri="{FF2B5EF4-FFF2-40B4-BE49-F238E27FC236}">
                      <a16:creationId xmlns:a16="http://schemas.microsoft.com/office/drawing/2014/main" id="{C4B1768D-3D7A-49B8-B69A-E1E05CAEC1F3}"/>
                    </a:ext>
                  </a:extLst>
                </p:cNvPr>
                <p:cNvSpPr/>
                <p:nvPr/>
              </p:nvSpPr>
              <p:spPr>
                <a:xfrm>
                  <a:off x="21826969" y="38845603"/>
                  <a:ext cx="6180452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Uniform, 32 frames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24" name="Text 284">
                  <a:extLst>
                    <a:ext uri="{FF2B5EF4-FFF2-40B4-BE49-F238E27FC236}">
                      <a16:creationId xmlns:a16="http://schemas.microsoft.com/office/drawing/2014/main" id="{2AC50EBB-16FA-4C17-9493-5BD45D047A78}"/>
                    </a:ext>
                  </a:extLst>
                </p:cNvPr>
                <p:cNvSpPr/>
                <p:nvPr/>
              </p:nvSpPr>
              <p:spPr>
                <a:xfrm>
                  <a:off x="27057015" y="38845603"/>
                  <a:ext cx="62901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63.39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25" name="Text 285">
                  <a:extLst>
                    <a:ext uri="{FF2B5EF4-FFF2-40B4-BE49-F238E27FC236}">
                      <a16:creationId xmlns:a16="http://schemas.microsoft.com/office/drawing/2014/main" id="{4894A610-19FA-4F6C-8C6F-E6F3763A8C40}"/>
                    </a:ext>
                  </a:extLst>
                </p:cNvPr>
                <p:cNvSpPr/>
                <p:nvPr/>
              </p:nvSpPr>
              <p:spPr>
                <a:xfrm>
                  <a:off x="27987004" y="38839326"/>
                  <a:ext cx="69086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fixed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26" name="Text 286">
                  <a:extLst>
                    <a:ext uri="{FF2B5EF4-FFF2-40B4-BE49-F238E27FC236}">
                      <a16:creationId xmlns:a16="http://schemas.microsoft.com/office/drawing/2014/main" id="{BAA27D09-C401-4FC5-90FB-AA47A97CD1AF}"/>
                    </a:ext>
                  </a:extLst>
                </p:cNvPr>
                <p:cNvSpPr/>
                <p:nvPr/>
              </p:nvSpPr>
              <p:spPr>
                <a:xfrm>
                  <a:off x="28936687" y="38845603"/>
                  <a:ext cx="616446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–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27" name="Text 287">
                  <a:extLst>
                    <a:ext uri="{FF2B5EF4-FFF2-40B4-BE49-F238E27FC236}">
                      <a16:creationId xmlns:a16="http://schemas.microsoft.com/office/drawing/2014/main" id="{E5622DD3-2358-4F99-BD81-9CAC24365947}"/>
                    </a:ext>
                  </a:extLst>
                </p:cNvPr>
                <p:cNvSpPr/>
                <p:nvPr/>
              </p:nvSpPr>
              <p:spPr>
                <a:xfrm>
                  <a:off x="21826969" y="39124903"/>
                  <a:ext cx="6180452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Full 8 FPS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28" name="Text 288">
                  <a:extLst>
                    <a:ext uri="{FF2B5EF4-FFF2-40B4-BE49-F238E27FC236}">
                      <a16:creationId xmlns:a16="http://schemas.microsoft.com/office/drawing/2014/main" id="{35861B71-2E32-4F92-BAE5-5C73C7625F9B}"/>
                    </a:ext>
                  </a:extLst>
                </p:cNvPr>
                <p:cNvSpPr/>
                <p:nvPr/>
              </p:nvSpPr>
              <p:spPr>
                <a:xfrm>
                  <a:off x="27057015" y="39124903"/>
                  <a:ext cx="62901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86.30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29" name="Text 289">
                  <a:extLst>
                    <a:ext uri="{FF2B5EF4-FFF2-40B4-BE49-F238E27FC236}">
                      <a16:creationId xmlns:a16="http://schemas.microsoft.com/office/drawing/2014/main" id="{17019763-B5FD-42A3-B0CF-700F8824E370}"/>
                    </a:ext>
                  </a:extLst>
                </p:cNvPr>
                <p:cNvSpPr/>
                <p:nvPr/>
              </p:nvSpPr>
              <p:spPr>
                <a:xfrm>
                  <a:off x="27987004" y="39118626"/>
                  <a:ext cx="69086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100%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0" name="Text 290">
                  <a:extLst>
                    <a:ext uri="{FF2B5EF4-FFF2-40B4-BE49-F238E27FC236}">
                      <a16:creationId xmlns:a16="http://schemas.microsoft.com/office/drawing/2014/main" id="{4CDBFEFE-4530-4B45-AE2D-EB739A50A215}"/>
                    </a:ext>
                  </a:extLst>
                </p:cNvPr>
                <p:cNvSpPr/>
                <p:nvPr/>
              </p:nvSpPr>
              <p:spPr>
                <a:xfrm>
                  <a:off x="28936687" y="39124903"/>
                  <a:ext cx="616446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dirty="0">
                      <a:solidFill>
                        <a:srgbClr val="65758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264.1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1" name="Text 291">
                  <a:extLst>
                    <a:ext uri="{FF2B5EF4-FFF2-40B4-BE49-F238E27FC236}">
                      <a16:creationId xmlns:a16="http://schemas.microsoft.com/office/drawing/2014/main" id="{2B7FEB97-5873-4E9A-A867-4AB64E678DA7}"/>
                    </a:ext>
                  </a:extLst>
                </p:cNvPr>
                <p:cNvSpPr/>
                <p:nvPr/>
              </p:nvSpPr>
              <p:spPr>
                <a:xfrm>
                  <a:off x="21826969" y="39404205"/>
                  <a:ext cx="6180452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BUSTER detection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2" name="Text 292">
                  <a:extLst>
                    <a:ext uri="{FF2B5EF4-FFF2-40B4-BE49-F238E27FC236}">
                      <a16:creationId xmlns:a16="http://schemas.microsoft.com/office/drawing/2014/main" id="{5DFF2DFD-931F-4074-B253-CE48E787D2D1}"/>
                    </a:ext>
                  </a:extLst>
                </p:cNvPr>
                <p:cNvSpPr/>
                <p:nvPr/>
              </p:nvSpPr>
              <p:spPr>
                <a:xfrm>
                  <a:off x="27057015" y="39404205"/>
                  <a:ext cx="62901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b="1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86.30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3" name="Text 293">
                  <a:extLst>
                    <a:ext uri="{FF2B5EF4-FFF2-40B4-BE49-F238E27FC236}">
                      <a16:creationId xmlns:a16="http://schemas.microsoft.com/office/drawing/2014/main" id="{FF823CE0-23B6-4E2A-8B2E-5FDBF8D0FF52}"/>
                    </a:ext>
                  </a:extLst>
                </p:cNvPr>
                <p:cNvSpPr/>
                <p:nvPr/>
              </p:nvSpPr>
              <p:spPr>
                <a:xfrm>
                  <a:off x="27987004" y="39397928"/>
                  <a:ext cx="69086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b="1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53.2%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4" name="Text 294">
                  <a:extLst>
                    <a:ext uri="{FF2B5EF4-FFF2-40B4-BE49-F238E27FC236}">
                      <a16:creationId xmlns:a16="http://schemas.microsoft.com/office/drawing/2014/main" id="{31A5BF23-6B43-45E9-AD2C-CD973056D896}"/>
                    </a:ext>
                  </a:extLst>
                </p:cNvPr>
                <p:cNvSpPr/>
                <p:nvPr/>
              </p:nvSpPr>
              <p:spPr>
                <a:xfrm>
                  <a:off x="28936687" y="39404205"/>
                  <a:ext cx="616446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b="1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496.7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5" name="Text 295">
                  <a:extLst>
                    <a:ext uri="{FF2B5EF4-FFF2-40B4-BE49-F238E27FC236}">
                      <a16:creationId xmlns:a16="http://schemas.microsoft.com/office/drawing/2014/main" id="{9E4A5CFE-CA7D-414B-9862-41CD4BC743AB}"/>
                    </a:ext>
                  </a:extLst>
                </p:cNvPr>
                <p:cNvSpPr/>
                <p:nvPr/>
              </p:nvSpPr>
              <p:spPr>
                <a:xfrm>
                  <a:off x="21826969" y="39683505"/>
                  <a:ext cx="6180452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BUSTER + VLM (90% normal)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6" name="Text 296">
                  <a:extLst>
                    <a:ext uri="{FF2B5EF4-FFF2-40B4-BE49-F238E27FC236}">
                      <a16:creationId xmlns:a16="http://schemas.microsoft.com/office/drawing/2014/main" id="{71E0DC3D-37CB-40E2-BB65-179C91E404A3}"/>
                    </a:ext>
                  </a:extLst>
                </p:cNvPr>
                <p:cNvSpPr/>
                <p:nvPr/>
              </p:nvSpPr>
              <p:spPr>
                <a:xfrm>
                  <a:off x="27057015" y="39683505"/>
                  <a:ext cx="629015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86.30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7" name="Text 297">
                  <a:extLst>
                    <a:ext uri="{FF2B5EF4-FFF2-40B4-BE49-F238E27FC236}">
                      <a16:creationId xmlns:a16="http://schemas.microsoft.com/office/drawing/2014/main" id="{AF91C194-C5A9-48D2-9D8B-51C37082AA3D}"/>
                    </a:ext>
                  </a:extLst>
                </p:cNvPr>
                <p:cNvSpPr/>
                <p:nvPr/>
              </p:nvSpPr>
              <p:spPr>
                <a:xfrm>
                  <a:off x="27987004" y="39677228"/>
                  <a:ext cx="690860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59.6%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8" name="Text 298">
                  <a:extLst>
                    <a:ext uri="{FF2B5EF4-FFF2-40B4-BE49-F238E27FC236}">
                      <a16:creationId xmlns:a16="http://schemas.microsoft.com/office/drawing/2014/main" id="{7BD9648F-7255-40AF-BDBC-BDB20D5F5430}"/>
                    </a:ext>
                  </a:extLst>
                </p:cNvPr>
                <p:cNvSpPr/>
                <p:nvPr/>
              </p:nvSpPr>
              <p:spPr>
                <a:xfrm>
                  <a:off x="28936687" y="39683505"/>
                  <a:ext cx="616446" cy="260350"/>
                </a:xfrm>
                <a:prstGeom prst="rect">
                  <a:avLst/>
                </a:prstGeom>
                <a:noFill/>
                <a:ln/>
              </p:spPr>
              <p:txBody>
                <a:bodyPr wrap="none" lIns="25400" tIns="25400" rIns="25400" bIns="25400" rtlCol="0" anchor="t">
                  <a:noAutofit/>
                </a:bodyPr>
                <a:lstStyle/>
                <a:p>
                  <a:pPr marL="0" indent="0" algn="r">
                    <a:buNone/>
                  </a:pPr>
                  <a:r>
                    <a:rPr lang="en-US" b="1" dirty="0">
                      <a:solidFill>
                        <a:srgbClr val="B7254A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351.1</a:t>
                  </a:r>
                  <a:endParaRPr lang="en-US" dirty="0">
                    <a:latin typeface="Sentient" pitchFamily="50" charset="0"/>
                  </a:endParaRPr>
                </a:p>
              </p:txBody>
            </p:sp>
            <p:sp>
              <p:nvSpPr>
                <p:cNvPr id="939" name="Shape 299">
                  <a:extLst>
                    <a:ext uri="{FF2B5EF4-FFF2-40B4-BE49-F238E27FC236}">
                      <a16:creationId xmlns:a16="http://schemas.microsoft.com/office/drawing/2014/main" id="{589C16C0-1133-4EAE-9136-07623D112276}"/>
                    </a:ext>
                  </a:extLst>
                </p:cNvPr>
                <p:cNvSpPr/>
                <p:nvPr/>
              </p:nvSpPr>
              <p:spPr>
                <a:xfrm>
                  <a:off x="21826969" y="40491477"/>
                  <a:ext cx="7726164" cy="1172435"/>
                </a:xfrm>
                <a:prstGeom prst="roundRect">
                  <a:avLst>
                    <a:gd name="adj" fmla="val 8124"/>
                  </a:avLst>
                </a:prstGeom>
                <a:solidFill>
                  <a:srgbClr val="FEF3E1"/>
                </a:solidFill>
                <a:ln/>
              </p:spPr>
            </p:sp>
            <p:sp>
              <p:nvSpPr>
                <p:cNvPr id="940" name="Text 300">
                  <a:extLst>
                    <a:ext uri="{FF2B5EF4-FFF2-40B4-BE49-F238E27FC236}">
                      <a16:creationId xmlns:a16="http://schemas.microsoft.com/office/drawing/2014/main" id="{9D42F2C3-5983-419C-8808-2E79C84AAC1C}"/>
                    </a:ext>
                  </a:extLst>
                </p:cNvPr>
                <p:cNvSpPr/>
                <p:nvPr/>
              </p:nvSpPr>
              <p:spPr>
                <a:xfrm>
                  <a:off x="21960253" y="40605744"/>
                  <a:ext cx="3893228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400" b="1" kern="0" spc="72" dirty="0">
                      <a:solidFill>
                        <a:srgbClr val="B9751D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TEACHER (VLM-ONLY)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41" name="Text 301">
                  <a:extLst>
                    <a:ext uri="{FF2B5EF4-FFF2-40B4-BE49-F238E27FC236}">
                      <a16:creationId xmlns:a16="http://schemas.microsoft.com/office/drawing/2014/main" id="{EA3AEEA4-92DC-4F46-8BC1-81868B3601D0}"/>
                    </a:ext>
                  </a:extLst>
                </p:cNvPr>
                <p:cNvSpPr/>
                <p:nvPr/>
              </p:nvSpPr>
              <p:spPr>
                <a:xfrm>
                  <a:off x="21960253" y="40804676"/>
                  <a:ext cx="3893228" cy="31326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2400" b="1" dirty="0">
                      <a:solidFill>
                        <a:srgbClr val="B9751D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82.60</a:t>
                  </a:r>
                  <a:endParaRPr lang="en-US" sz="2400" dirty="0">
                    <a:latin typeface="Sentient" pitchFamily="50" charset="0"/>
                  </a:endParaRPr>
                </a:p>
              </p:txBody>
            </p:sp>
            <p:sp>
              <p:nvSpPr>
                <p:cNvPr id="942" name="Text 302">
                  <a:extLst>
                    <a:ext uri="{FF2B5EF4-FFF2-40B4-BE49-F238E27FC236}">
                      <a16:creationId xmlns:a16="http://schemas.microsoft.com/office/drawing/2014/main" id="{9B3B0A6B-1378-4BE0-A8C3-0C234297D45B}"/>
                    </a:ext>
                  </a:extLst>
                </p:cNvPr>
                <p:cNvSpPr/>
                <p:nvPr/>
              </p:nvSpPr>
              <p:spPr>
                <a:xfrm>
                  <a:off x="21960254" y="41129454"/>
                  <a:ext cx="3893227" cy="23918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600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FAR@0.1 15.67%</a:t>
                  </a:r>
                  <a:endParaRPr lang="en-US" sz="1600" dirty="0">
                    <a:latin typeface="Sentient" pitchFamily="50" charset="0"/>
                  </a:endParaRPr>
                </a:p>
              </p:txBody>
            </p:sp>
            <p:sp>
              <p:nvSpPr>
                <p:cNvPr id="943" name="Text 303">
                  <a:extLst>
                    <a:ext uri="{FF2B5EF4-FFF2-40B4-BE49-F238E27FC236}">
                      <a16:creationId xmlns:a16="http://schemas.microsoft.com/office/drawing/2014/main" id="{A0DD13B9-DBB9-454A-ACE4-7A6B4B09D560}"/>
                    </a:ext>
                  </a:extLst>
                </p:cNvPr>
                <p:cNvSpPr/>
                <p:nvPr/>
              </p:nvSpPr>
              <p:spPr>
                <a:xfrm>
                  <a:off x="25461452" y="40815262"/>
                  <a:ext cx="457200" cy="31326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ctr">
                    <a:buNone/>
                  </a:pPr>
                  <a:r>
                    <a:rPr lang="en-US" sz="2400" b="1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→</a:t>
                  </a:r>
                  <a:endParaRPr lang="en-US" sz="2400" dirty="0">
                    <a:latin typeface="Sentient" pitchFamily="50" charset="0"/>
                  </a:endParaRPr>
                </a:p>
              </p:txBody>
            </p:sp>
            <p:sp>
              <p:nvSpPr>
                <p:cNvPr id="944" name="Text 304">
                  <a:extLst>
                    <a:ext uri="{FF2B5EF4-FFF2-40B4-BE49-F238E27FC236}">
                      <a16:creationId xmlns:a16="http://schemas.microsoft.com/office/drawing/2014/main" id="{4284B2C5-91F5-4F22-8CB9-BC4100723C2B}"/>
                    </a:ext>
                  </a:extLst>
                </p:cNvPr>
                <p:cNvSpPr/>
                <p:nvPr/>
              </p:nvSpPr>
              <p:spPr>
                <a:xfrm>
                  <a:off x="25880552" y="40605744"/>
                  <a:ext cx="3893228" cy="21801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1400" b="1" kern="0" spc="72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STUDENT (3.19M)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45" name="Text 305">
                  <a:extLst>
                    <a:ext uri="{FF2B5EF4-FFF2-40B4-BE49-F238E27FC236}">
                      <a16:creationId xmlns:a16="http://schemas.microsoft.com/office/drawing/2014/main" id="{BDFDA821-9604-4C2B-B064-360E66D3E88A}"/>
                    </a:ext>
                  </a:extLst>
                </p:cNvPr>
                <p:cNvSpPr/>
                <p:nvPr/>
              </p:nvSpPr>
              <p:spPr>
                <a:xfrm>
                  <a:off x="25880552" y="40804676"/>
                  <a:ext cx="3893228" cy="31326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Autofit/>
                </a:bodyPr>
                <a:lstStyle/>
                <a:p>
                  <a:pPr marL="0" indent="0" algn="l">
                    <a:buNone/>
                  </a:pPr>
                  <a:r>
                    <a:rPr lang="en-US" sz="2400" b="1" dirty="0">
                      <a:solidFill>
                        <a:srgbClr val="007E88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86.30</a:t>
                  </a:r>
                  <a:endParaRPr lang="en-US" sz="2400" dirty="0">
                    <a:latin typeface="Sentient" pitchFamily="50" charset="0"/>
                  </a:endParaRPr>
                </a:p>
              </p:txBody>
            </p:sp>
            <p:sp>
              <p:nvSpPr>
                <p:cNvPr id="946" name="Text 306">
                  <a:extLst>
                    <a:ext uri="{FF2B5EF4-FFF2-40B4-BE49-F238E27FC236}">
                      <a16:creationId xmlns:a16="http://schemas.microsoft.com/office/drawing/2014/main" id="{16D0160E-3033-47D6-9327-16F2C961BCBC}"/>
                    </a:ext>
                  </a:extLst>
                </p:cNvPr>
                <p:cNvSpPr/>
                <p:nvPr/>
              </p:nvSpPr>
              <p:spPr>
                <a:xfrm>
                  <a:off x="25880552" y="41159217"/>
                  <a:ext cx="3893227" cy="23918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fontScale="92500" lnSpcReduction="10000"/>
                </a:bodyPr>
                <a:lstStyle/>
                <a:p>
                  <a:pPr marL="0" indent="0" algn="l">
                    <a:buNone/>
                  </a:pPr>
                  <a:r>
                    <a:rPr lang="en-US" sz="1400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FAR@0.1 0.86%</a:t>
                  </a:r>
                  <a:endParaRPr lang="en-US" sz="1400" dirty="0">
                    <a:latin typeface="Sentient" pitchFamily="50" charset="0"/>
                  </a:endParaRPr>
                </a:p>
              </p:txBody>
            </p:sp>
            <p:sp>
              <p:nvSpPr>
                <p:cNvPr id="947" name="Text 307">
                  <a:extLst>
                    <a:ext uri="{FF2B5EF4-FFF2-40B4-BE49-F238E27FC236}">
                      <a16:creationId xmlns:a16="http://schemas.microsoft.com/office/drawing/2014/main" id="{DF032FBF-4DF6-41FC-A5DA-29395097F752}"/>
                    </a:ext>
                  </a:extLst>
                </p:cNvPr>
                <p:cNvSpPr/>
                <p:nvPr/>
              </p:nvSpPr>
              <p:spPr>
                <a:xfrm>
                  <a:off x="21960253" y="41424860"/>
                  <a:ext cx="8205557" cy="249767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t">
                  <a:normAutofit lnSpcReduction="10000"/>
                </a:bodyPr>
                <a:lstStyle/>
                <a:p>
                  <a:pPr marL="0" indent="0" algn="l">
                    <a:buNone/>
                  </a:pPr>
                  <a:r>
                    <a:rPr lang="en-US" sz="1350" b="1" dirty="0">
                      <a:solidFill>
                        <a:srgbClr val="4C5B6B"/>
                      </a:solidFill>
                      <a:latin typeface="Sentient" pitchFamily="50" charset="0"/>
                      <a:ea typeface="Inter" pitchFamily="34" charset="-122"/>
                      <a:cs typeface="Inter" pitchFamily="34" charset="-120"/>
                    </a:rPr>
                    <a:t>The distilled student outperforms its VLM teacher.</a:t>
                  </a:r>
                  <a:endParaRPr lang="en-US" sz="1350" dirty="0">
                    <a:latin typeface="Sentient" pitchFamily="50" charset="0"/>
                  </a:endParaRPr>
                </a:p>
              </p:txBody>
            </p:sp>
          </p:grp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2D2D63-629C-4B66-A5CF-7CB0445C1DEB}"/>
              </a:ext>
            </a:extLst>
          </p:cNvPr>
          <p:cNvGrpSpPr/>
          <p:nvPr/>
        </p:nvGrpSpPr>
        <p:grpSpPr>
          <a:xfrm>
            <a:off x="13298802" y="33258699"/>
            <a:ext cx="5865585" cy="345616"/>
            <a:chOff x="30570177" y="32816365"/>
            <a:chExt cx="5728988" cy="365799"/>
          </a:xfrm>
        </p:grpSpPr>
        <p:sp>
          <p:nvSpPr>
            <p:cNvPr id="986" name="Shape 241">
              <a:extLst>
                <a:ext uri="{FF2B5EF4-FFF2-40B4-BE49-F238E27FC236}">
                  <a16:creationId xmlns:a16="http://schemas.microsoft.com/office/drawing/2014/main" id="{4977758C-6577-40F8-AA0F-93FE07D0DBD5}"/>
                </a:ext>
              </a:extLst>
            </p:cNvPr>
            <p:cNvSpPr/>
            <p:nvPr/>
          </p:nvSpPr>
          <p:spPr>
            <a:xfrm>
              <a:off x="30570177" y="32816365"/>
              <a:ext cx="5728988" cy="365799"/>
            </a:xfrm>
            <a:prstGeom prst="roundRect">
              <a:avLst>
                <a:gd name="adj" fmla="val 18185"/>
              </a:avLst>
            </a:prstGeom>
            <a:solidFill>
              <a:schemeClr val="bg1"/>
            </a:solidFill>
            <a:ln/>
          </p:spPr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C02387B-B3FD-413E-B83F-AAF5487BB706}"/>
                </a:ext>
              </a:extLst>
            </p:cNvPr>
            <p:cNvGrpSpPr/>
            <p:nvPr/>
          </p:nvGrpSpPr>
          <p:grpSpPr>
            <a:xfrm>
              <a:off x="31057720" y="32893515"/>
              <a:ext cx="4852591" cy="249767"/>
              <a:chOff x="36325142" y="29634317"/>
              <a:chExt cx="4852591" cy="249767"/>
            </a:xfrm>
          </p:grpSpPr>
          <p:sp>
            <p:nvSpPr>
              <p:cNvPr id="973" name="Shape 218">
                <a:extLst>
                  <a:ext uri="{FF2B5EF4-FFF2-40B4-BE49-F238E27FC236}">
                    <a16:creationId xmlns:a16="http://schemas.microsoft.com/office/drawing/2014/main" id="{86F74683-3910-4350-80C4-E79AB2925BC9}"/>
                  </a:ext>
                </a:extLst>
              </p:cNvPr>
              <p:cNvSpPr/>
              <p:nvPr/>
            </p:nvSpPr>
            <p:spPr>
              <a:xfrm>
                <a:off x="36325142" y="29663917"/>
                <a:ext cx="152301" cy="152301"/>
              </a:xfrm>
              <a:prstGeom prst="roundRect">
                <a:avLst>
                  <a:gd name="adj" fmla="val 25016"/>
                </a:avLst>
              </a:prstGeom>
              <a:solidFill>
                <a:srgbClr val="E3EDF8"/>
              </a:solidFill>
              <a:ln/>
            </p:spPr>
          </p:sp>
          <p:sp>
            <p:nvSpPr>
              <p:cNvPr id="974" name="Text 219">
                <a:extLst>
                  <a:ext uri="{FF2B5EF4-FFF2-40B4-BE49-F238E27FC236}">
                    <a16:creationId xmlns:a16="http://schemas.microsoft.com/office/drawing/2014/main" id="{E3032E92-529B-49C1-97F2-6EC9D3E4B117}"/>
                  </a:ext>
                </a:extLst>
              </p:cNvPr>
              <p:cNvSpPr/>
              <p:nvPr/>
            </p:nvSpPr>
            <p:spPr>
              <a:xfrm>
                <a:off x="36534494" y="29634317"/>
                <a:ext cx="686726" cy="2497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4C5B6B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objects</a:t>
                </a:r>
                <a:endParaRPr lang="en-US" sz="1350" dirty="0">
                  <a:latin typeface="Sentient" pitchFamily="50" charset="0"/>
                </a:endParaRPr>
              </a:p>
            </p:txBody>
          </p:sp>
          <p:sp>
            <p:nvSpPr>
              <p:cNvPr id="975" name="Shape 220">
                <a:extLst>
                  <a:ext uri="{FF2B5EF4-FFF2-40B4-BE49-F238E27FC236}">
                    <a16:creationId xmlns:a16="http://schemas.microsoft.com/office/drawing/2014/main" id="{ABB510E9-7770-4520-A41E-3058EEAAB684}"/>
                  </a:ext>
                </a:extLst>
              </p:cNvPr>
              <p:cNvSpPr/>
              <p:nvPr/>
            </p:nvSpPr>
            <p:spPr>
              <a:xfrm>
                <a:off x="37297321" y="29663917"/>
                <a:ext cx="152301" cy="152301"/>
              </a:xfrm>
              <a:prstGeom prst="roundRect">
                <a:avLst>
                  <a:gd name="adj" fmla="val 25016"/>
                </a:avLst>
              </a:prstGeom>
              <a:solidFill>
                <a:srgbClr val="FEF1DF"/>
              </a:solidFill>
              <a:ln/>
            </p:spPr>
          </p:sp>
          <p:sp>
            <p:nvSpPr>
              <p:cNvPr id="976" name="Text 221">
                <a:extLst>
                  <a:ext uri="{FF2B5EF4-FFF2-40B4-BE49-F238E27FC236}">
                    <a16:creationId xmlns:a16="http://schemas.microsoft.com/office/drawing/2014/main" id="{DCEB88C6-17DC-4244-96FA-92BA79B8E2D1}"/>
                  </a:ext>
                </a:extLst>
              </p:cNvPr>
              <p:cNvSpPr/>
              <p:nvPr/>
            </p:nvSpPr>
            <p:spPr>
              <a:xfrm>
                <a:off x="37506672" y="29634317"/>
                <a:ext cx="1119320" cy="2497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4C5B6B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environment</a:t>
                </a:r>
                <a:endParaRPr lang="en-US" sz="1350" dirty="0">
                  <a:latin typeface="Sentient" pitchFamily="50" charset="0"/>
                </a:endParaRPr>
              </a:p>
            </p:txBody>
          </p:sp>
          <p:sp>
            <p:nvSpPr>
              <p:cNvPr id="977" name="Shape 222">
                <a:extLst>
                  <a:ext uri="{FF2B5EF4-FFF2-40B4-BE49-F238E27FC236}">
                    <a16:creationId xmlns:a16="http://schemas.microsoft.com/office/drawing/2014/main" id="{5148AFF8-E17A-4BAE-968E-3369A64C3032}"/>
                  </a:ext>
                </a:extLst>
              </p:cNvPr>
              <p:cNvSpPr/>
              <p:nvPr/>
            </p:nvSpPr>
            <p:spPr>
              <a:xfrm>
                <a:off x="38702093" y="29663917"/>
                <a:ext cx="152301" cy="152301"/>
              </a:xfrm>
              <a:prstGeom prst="roundRect">
                <a:avLst>
                  <a:gd name="adj" fmla="val 25016"/>
                </a:avLst>
              </a:prstGeom>
              <a:solidFill>
                <a:srgbClr val="E8F5F5"/>
              </a:solidFill>
              <a:ln/>
            </p:spPr>
          </p:sp>
          <p:sp>
            <p:nvSpPr>
              <p:cNvPr id="978" name="Text 223">
                <a:extLst>
                  <a:ext uri="{FF2B5EF4-FFF2-40B4-BE49-F238E27FC236}">
                    <a16:creationId xmlns:a16="http://schemas.microsoft.com/office/drawing/2014/main" id="{E4BCF67C-0453-43C7-9946-B07E2A737130}"/>
                  </a:ext>
                </a:extLst>
              </p:cNvPr>
              <p:cNvSpPr/>
              <p:nvPr/>
            </p:nvSpPr>
            <p:spPr>
              <a:xfrm>
                <a:off x="38911445" y="29634317"/>
                <a:ext cx="1059292" cy="2497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4C5B6B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interactions</a:t>
                </a:r>
                <a:endParaRPr lang="en-US" sz="1350" dirty="0">
                  <a:latin typeface="Sentient" pitchFamily="50" charset="0"/>
                </a:endParaRPr>
              </a:p>
            </p:txBody>
          </p:sp>
          <p:sp>
            <p:nvSpPr>
              <p:cNvPr id="979" name="Shape 224">
                <a:extLst>
                  <a:ext uri="{FF2B5EF4-FFF2-40B4-BE49-F238E27FC236}">
                    <a16:creationId xmlns:a16="http://schemas.microsoft.com/office/drawing/2014/main" id="{050BF529-F5FF-4446-A43E-E6CEFBB23FE1}"/>
                  </a:ext>
                </a:extLst>
              </p:cNvPr>
              <p:cNvSpPr/>
              <p:nvPr/>
            </p:nvSpPr>
            <p:spPr>
              <a:xfrm>
                <a:off x="40046838" y="29663917"/>
                <a:ext cx="152301" cy="152301"/>
              </a:xfrm>
              <a:prstGeom prst="roundRect">
                <a:avLst>
                  <a:gd name="adj" fmla="val 25016"/>
                </a:avLst>
              </a:prstGeom>
              <a:solidFill>
                <a:srgbClr val="B7254A"/>
              </a:solidFill>
              <a:ln/>
            </p:spPr>
          </p:sp>
          <p:sp>
            <p:nvSpPr>
              <p:cNvPr id="980" name="Text 225">
                <a:extLst>
                  <a:ext uri="{FF2B5EF4-FFF2-40B4-BE49-F238E27FC236}">
                    <a16:creationId xmlns:a16="http://schemas.microsoft.com/office/drawing/2014/main" id="{94D8FD6C-B015-4E85-9D04-4F20A434712A}"/>
                  </a:ext>
                </a:extLst>
              </p:cNvPr>
              <p:cNvSpPr/>
              <p:nvPr/>
            </p:nvSpPr>
            <p:spPr>
              <a:xfrm>
                <a:off x="40256189" y="29634317"/>
                <a:ext cx="921544" cy="249767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rmAutofit/>
              </a:bodyPr>
              <a:lstStyle/>
              <a:p>
                <a:pPr marL="0" indent="0" algn="l">
                  <a:buNone/>
                </a:pPr>
                <a:r>
                  <a:rPr lang="en-US" sz="1350" b="1" dirty="0">
                    <a:solidFill>
                      <a:srgbClr val="4C5B6B"/>
                    </a:solidFill>
                    <a:latin typeface="Sentient" pitchFamily="50" charset="0"/>
                    <a:ea typeface="Inter" pitchFamily="34" charset="-122"/>
                    <a:cs typeface="Inter" pitchFamily="34" charset="-120"/>
                  </a:rPr>
                  <a:t>anomalies</a:t>
                </a:r>
                <a:endParaRPr lang="en-US" sz="1350" dirty="0">
                  <a:latin typeface="Sentient" pitchFamily="50" charset="0"/>
                </a:endParaRPr>
              </a:p>
            </p:txBody>
          </p:sp>
        </p:grpSp>
      </p:grpSp>
      <p:sp>
        <p:nvSpPr>
          <p:cNvPr id="993" name="Text 23">
            <a:extLst>
              <a:ext uri="{FF2B5EF4-FFF2-40B4-BE49-F238E27FC236}">
                <a16:creationId xmlns:a16="http://schemas.microsoft.com/office/drawing/2014/main" id="{A24B1E11-FB74-4B18-9110-8EF7C61FA808}"/>
              </a:ext>
            </a:extLst>
          </p:cNvPr>
          <p:cNvSpPr/>
          <p:nvPr/>
        </p:nvSpPr>
        <p:spPr>
          <a:xfrm>
            <a:off x="885838" y="24845189"/>
            <a:ext cx="6116877" cy="1346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5714"/>
              </a:lnSpc>
              <a:buNone/>
            </a:pPr>
            <a:r>
              <a:rPr lang="en-US" sz="2000" b="1" dirty="0">
                <a:solidFill>
                  <a:srgbClr val="FFFFFF"/>
                </a:solidFill>
                <a:highlight>
                  <a:srgbClr val="B9751D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Overlapping </a:t>
            </a:r>
            <a:r>
              <a:rPr lang="en-US" sz="2000" dirty="0">
                <a:solidFill>
                  <a:srgbClr val="8A5A14"/>
                </a:solidFill>
                <a:highlight>
                  <a:srgbClr val="FEF3E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windows leave </a:t>
            </a:r>
            <a:r>
              <a:rPr lang="en-US" sz="2000" b="1" dirty="0">
                <a:solidFill>
                  <a:srgbClr val="FFFFFF"/>
                </a:solidFill>
                <a:highlight>
                  <a:srgbClr val="B7254A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minimal frame omission </a:t>
            </a:r>
            <a:r>
              <a:rPr lang="en-US" sz="2000" dirty="0">
                <a:solidFill>
                  <a:srgbClr val="8A5A14"/>
                </a:solidFill>
                <a:highlight>
                  <a:srgbClr val="FEF3E1"/>
                </a:highlight>
                <a:latin typeface="Sentient" pitchFamily="50" charset="0"/>
                <a:ea typeface="Inter" pitchFamily="34" charset="-122"/>
                <a:cs typeface="Inter" pitchFamily="34" charset="-120"/>
              </a:rPr>
              <a:t>: near-continuous temporal coverage at fine resolution, so short anomalies still get a teacher score.</a:t>
            </a:r>
            <a:endParaRPr lang="en-US" sz="2000" dirty="0">
              <a:latin typeface="Sentient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1320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1364</Words>
  <Application>Microsoft Office PowerPoint</Application>
  <PresentationFormat>사용자 지정</PresentationFormat>
  <Paragraphs>248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Inter Display</vt:lpstr>
      <vt:lpstr>STIX Two Text</vt:lpstr>
      <vt:lpstr>맑은 고딕</vt:lpstr>
      <vt:lpstr>Arial</vt:lpstr>
      <vt:lpstr>Inter</vt:lpstr>
      <vt:lpstr>Sentient</vt:lpstr>
      <vt:lpstr>Office Theme</vt:lpstr>
      <vt:lpstr>PowerPoint 프레젠테이션</vt:lpstr>
    </vt:vector>
  </TitlesOfParts>
  <Company>Research Poster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BUSTER: Adaptive Sampling for VLM-guided Unsupervised Video Anomaly Detection</dc:title>
  <dc:subject>BMVC 2026 research poster</dc:subject>
  <dc:creator>BUSTER Authors</dc:creator>
  <cp:lastModifiedBy>user1</cp:lastModifiedBy>
  <cp:revision>31</cp:revision>
  <cp:lastPrinted>2026-10-29T05:43:37Z</cp:lastPrinted>
  <dcterms:created xsi:type="dcterms:W3CDTF">2026-10-27T08:08:48Z</dcterms:created>
  <dcterms:modified xsi:type="dcterms:W3CDTF">2026-10-29T06:45:01Z</dcterms:modified>
</cp:coreProperties>
</file>